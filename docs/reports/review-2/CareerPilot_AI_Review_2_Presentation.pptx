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6d771376104da9" /><Relationship Type="http://schemas.openxmlformats.org/officeDocument/2006/relationships/extended-properties" Target="/docProps/app.xml" Id="R758be58fcd06443d" /><Relationship Type="http://schemas.openxmlformats.org/officeDocument/2006/relationships/officeDocument" Target="/ppt/presentation.xml" Id="R64a0170f1cee431b" /></Relationships>
</file>

<file path=ppt/presentation.xml><?xml version="1.0" encoding="utf-8"?>
<p:presentation xmlns:p="http://schemas.openxmlformats.org/presentationml/2006/main">
  <p:sldMasterIdLst>
    <p:sldMasterId xmlns:r="http://schemas.openxmlformats.org/officeDocument/2006/relationships" id="2147483648" r:id="R72066e668e274eca"/>
  </p:sldMasterIdLst>
  <p:notesMasterIdLst>
    <p:notesMasterId xmlns:r="http://schemas.openxmlformats.org/officeDocument/2006/relationships" r:id="R759577d506164264"/>
  </p:notesMasterIdLst>
  <p:sldIdLst>
    <p:sldId xmlns:r="http://schemas.openxmlformats.org/officeDocument/2006/relationships" id="256" r:id="Rd4cd1e91d71b42f5"/>
    <p:sldId xmlns:r="http://schemas.openxmlformats.org/officeDocument/2006/relationships" id="257" r:id="R53d5ba6d03f54397"/>
    <p:sldId xmlns:r="http://schemas.openxmlformats.org/officeDocument/2006/relationships" id="258" r:id="R4e4d91e18c854900"/>
    <p:sldId xmlns:r="http://schemas.openxmlformats.org/officeDocument/2006/relationships" id="259" r:id="R680c6cca61444503"/>
    <p:sldId xmlns:r="http://schemas.openxmlformats.org/officeDocument/2006/relationships" id="260" r:id="R7965d62de9be4cf8"/>
    <p:sldId xmlns:r="http://schemas.openxmlformats.org/officeDocument/2006/relationships" id="261" r:id="R234b414449db425b"/>
    <p:sldId xmlns:r="http://schemas.openxmlformats.org/officeDocument/2006/relationships" id="262" r:id="Ra7e04bda3bab445e"/>
    <p:sldId xmlns:r="http://schemas.openxmlformats.org/officeDocument/2006/relationships" id="263" r:id="R2e70aa76f04445e1"/>
    <p:sldId xmlns:r="http://schemas.openxmlformats.org/officeDocument/2006/relationships" id="264" r:id="Rea27e18235514045"/>
    <p:sldId xmlns:r="http://schemas.openxmlformats.org/officeDocument/2006/relationships" id="265" r:id="Ree89a52d327447b5"/>
    <p:sldId xmlns:r="http://schemas.openxmlformats.org/officeDocument/2006/relationships" id="266" r:id="R54319dbcb547472e"/>
    <p:sldId xmlns:r="http://schemas.openxmlformats.org/officeDocument/2006/relationships" id="267" r:id="R8f4ce894fb734ff3"/>
    <p:sldId xmlns:r="http://schemas.openxmlformats.org/officeDocument/2006/relationships" id="268" r:id="Rc06f4f26a429415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8d37927d9afd4ac5" /><Relationship Type="http://schemas.openxmlformats.org/officeDocument/2006/relationships/slideMaster" Target="/ppt/slideMasters/slideMaster1.xml" Id="R72066e668e274eca" /><Relationship Type="http://schemas.openxmlformats.org/officeDocument/2006/relationships/notesMaster" Target="/ppt/notesMasters/notesMaster1.xml" Id="R759577d506164264" /><Relationship Type="http://schemas.openxmlformats.org/officeDocument/2006/relationships/presProps" Target="/ppt/presProps.xml" Id="R563177cc9bf64e55" /><Relationship Type="http://schemas.openxmlformats.org/officeDocument/2006/relationships/viewProps" Target="/ppt/viewProps.xml" Id="Rfcc3565ec39d46b2" /><Relationship Type="http://schemas.openxmlformats.org/officeDocument/2006/relationships/tableStyles" Target="/ppt/tableStyles.xml" Id="R1b4f11a4bdaf457c" /><Relationship Type="http://schemas.openxmlformats.org/officeDocument/2006/relationships/slide" Target="/ppt/slides/slide1.xml" Id="Rd4cd1e91d71b42f5" /><Relationship Type="http://schemas.openxmlformats.org/officeDocument/2006/relationships/slide" Target="/ppt/slides/slide2.xml" Id="R53d5ba6d03f54397" /><Relationship Type="http://schemas.openxmlformats.org/officeDocument/2006/relationships/slide" Target="/ppt/slides/slide3.xml" Id="R4e4d91e18c854900" /><Relationship Type="http://schemas.openxmlformats.org/officeDocument/2006/relationships/slide" Target="/ppt/slides/slide4.xml" Id="R680c6cca61444503" /><Relationship Type="http://schemas.openxmlformats.org/officeDocument/2006/relationships/slide" Target="/ppt/slides/slide5.xml" Id="R7965d62de9be4cf8" /><Relationship Type="http://schemas.openxmlformats.org/officeDocument/2006/relationships/slide" Target="/ppt/slides/slide6.xml" Id="R234b414449db425b" /><Relationship Type="http://schemas.openxmlformats.org/officeDocument/2006/relationships/slide" Target="/ppt/slides/slide7.xml" Id="Ra7e04bda3bab445e" /><Relationship Type="http://schemas.openxmlformats.org/officeDocument/2006/relationships/slide" Target="/ppt/slides/slide8.xml" Id="R2e70aa76f04445e1" /><Relationship Type="http://schemas.openxmlformats.org/officeDocument/2006/relationships/slide" Target="/ppt/slides/slide9.xml" Id="Rea27e18235514045" /><Relationship Type="http://schemas.openxmlformats.org/officeDocument/2006/relationships/slide" Target="/ppt/slides/slide10.xml" Id="Ree89a52d327447b5" /><Relationship Type="http://schemas.openxmlformats.org/officeDocument/2006/relationships/slide" Target="/ppt/slides/slide11.xml" Id="R54319dbcb547472e" /><Relationship Type="http://schemas.openxmlformats.org/officeDocument/2006/relationships/slide" Target="/ppt/slides/slide12.xml" Id="R8f4ce894fb734ff3" /><Relationship Type="http://schemas.openxmlformats.org/officeDocument/2006/relationships/slide" Target="/ppt/slides/slide13.xml" Id="Rc06f4f26a42941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fc59f30e26248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a33aaacad74c2d" /><Relationship Type="http://schemas.openxmlformats.org/officeDocument/2006/relationships/notesMaster" Target="/ppt/notesMasters/notesMaster1.xml" Id="Rd83db48155c14ad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b22edf539d4a02" /><Relationship Type="http://schemas.openxmlformats.org/officeDocument/2006/relationships/notesMaster" Target="/ppt/notesMasters/notesMaster1.xml" Id="R1eb3e66aaeaa42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cdae35090d4cba" /><Relationship Type="http://schemas.openxmlformats.org/officeDocument/2006/relationships/notesMaster" Target="/ppt/notesMasters/notesMaster1.xml" Id="Rf4584f73171442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70916933b54755" /><Relationship Type="http://schemas.openxmlformats.org/officeDocument/2006/relationships/notesMaster" Target="/ppt/notesMasters/notesMaster1.xml" Id="R99ca64aeca2545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42f2d7b258d404c" /><Relationship Type="http://schemas.openxmlformats.org/officeDocument/2006/relationships/notesMaster" Target="/ppt/notesMasters/notesMaster1.xml" Id="R3f1590ee0cc348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9ea0e5e9e54875" /><Relationship Type="http://schemas.openxmlformats.org/officeDocument/2006/relationships/notesMaster" Target="/ppt/notesMasters/notesMaster1.xml" Id="R1d7f16dc8146469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db70560a33c4f83" /><Relationship Type="http://schemas.openxmlformats.org/officeDocument/2006/relationships/notesMaster" Target="/ppt/notesMasters/notesMaster1.xml" Id="Rf979f39630104e9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5c9570aaddf4d59" /><Relationship Type="http://schemas.openxmlformats.org/officeDocument/2006/relationships/notesMaster" Target="/ppt/notesMasters/notesMaster1.xml" Id="Rab9def353aa84f1a" /></Relationships>
</file>

<file path=ppt/notesSlides/_rels/notesSlide9.xml.rels>&#65279;<?xml version="1.0" encoding="utf-8"?><Relationships xmlns="http://schemas.openxmlformats.org/package/2006/relationships"><Relationship Type="http://schemas.openxmlformats.org/officeDocument/2006/relationships/slide" Target="/ppt/slides/slide9.xml" Id="Rb037a4624c6b4b0d" /><Relationship Type="http://schemas.openxmlformats.org/officeDocument/2006/relationships/notesMaster" Target="/ppt/notesMasters/notesMaster1.xml" Id="Rf6671f5e8e304e3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e9a033073cf4b2c" /><Relationship Type="http://schemas.openxmlformats.org/officeDocument/2006/relationships/notesMaster" Target="/ppt/notesMasters/notesMaster1.xml" Id="R9505b3196ec941d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ee5c29d3914173" /><Relationship Type="http://schemas.openxmlformats.org/officeDocument/2006/relationships/notesMaster" Target="/ppt/notesMasters/notesMaster1.xml" Id="R8aceb30b8b1c4d2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a1df9fe8db24e85" /><Relationship Type="http://schemas.openxmlformats.org/officeDocument/2006/relationships/notesMaster" Target="/ppt/notesMasters/notesMaster1.xml" Id="R00e78046df39404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35df8aebe114f53" /><Relationship Type="http://schemas.openxmlformats.org/officeDocument/2006/relationships/notesMaster" Target="/ppt/notesMasters/notesMaster1.xml" Id="Rbd52beaf81f545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0de9f637c54b8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74dff3361ff427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18512d7f6eb405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12c41583f0d460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c4e1bd55ee8476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16f9401c7a9415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21b88bb22a54ff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433f2349e0642b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c9290509815446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74f25b3378c465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27c977502b24cba"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2592BF-19BE-9BF0-E2FC-07A36D054E1D}"/>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383AB4F9-CBB3-B18D-E917-C3B06418676D}"/>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F50F18A0-E201-1900-A139-E830DD3EA1D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3E78AE-7F97-4550-9DD8-BF69171FDC30}" type="datetime1">
              <a:t>22-08-2026</a:t>
            </a:fld>
            <a:endParaRPr/>
          </a:p>
        </p:txBody>
      </p:sp>
      <p:sp>
        <p:nvSpPr>
          <p:cNvPr id="5" name="Footer Placeholder 4">
            <a:extLst xmlns:a="http://schemas.openxmlformats.org/drawingml/2006/main">
              <a:ext uri="{FF2B5EF4-FFF2-40B4-BE49-F238E27FC236}">
                <a16:creationId xmlns:a16="http://schemas.microsoft.com/office/drawing/2014/main" id="{ED0906B9-B1F6-B52E-2EE0-7595B1EBF0F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6" name="Slide Number Placeholder 5">
            <a:extLst xmlns:a="http://schemas.openxmlformats.org/drawingml/2006/main">
              <a:ext uri="{FF2B5EF4-FFF2-40B4-BE49-F238E27FC236}">
                <a16:creationId xmlns:a16="http://schemas.microsoft.com/office/drawing/2014/main" id="{97A13AE1-F96E-D540-8DE1-8D903DB30CE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532F7EA-3EC9-99AF-13A9-22A3F8B2D21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FC71419B-73DB-15DA-D2EE-0FC01B435F2F}"/>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B080259-8D20-E29B-4DC5-312C3DB01BB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EA886FF-1BA7-4533-94E6-869CE1E2970B}" type="datetime1">
              <a:t>22-08-2026</a:t>
            </a:fld>
            <a:endParaRPr/>
          </a:p>
        </p:txBody>
      </p:sp>
      <p:sp>
        <p:nvSpPr>
          <p:cNvPr id="5" name="Footer Placeholder 4">
            <a:extLst xmlns:a="http://schemas.openxmlformats.org/drawingml/2006/main">
              <a:ext uri="{FF2B5EF4-FFF2-40B4-BE49-F238E27FC236}">
                <a16:creationId xmlns:a16="http://schemas.microsoft.com/office/drawing/2014/main" id="{E101830E-3502-194A-88FA-DC3E0F1B309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6" name="Slide Number Placeholder 5">
            <a:extLst xmlns:a="http://schemas.openxmlformats.org/drawingml/2006/main">
              <a:ext uri="{FF2B5EF4-FFF2-40B4-BE49-F238E27FC236}">
                <a16:creationId xmlns:a16="http://schemas.microsoft.com/office/drawing/2014/main" id="{ECF6703C-229C-43C6-0484-38EC263AD4A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E0CE344-6494-09A6-A5E4-811EEE0CD2A0}"/>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7351A0E2-2B9B-B96E-A3FD-0B26BDDBEB4D}"/>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A767CE67-8E8A-4D0D-42DF-DDC842B1B17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3E22BD8-A2C4-424B-809A-C64DDCC305D9}" type="datetime1">
              <a:t>22-08-2026</a:t>
            </a:fld>
            <a:endParaRPr/>
          </a:p>
        </p:txBody>
      </p:sp>
      <p:sp>
        <p:nvSpPr>
          <p:cNvPr id="5" name="Footer Placeholder 4">
            <a:extLst xmlns:a="http://schemas.openxmlformats.org/drawingml/2006/main">
              <a:ext uri="{FF2B5EF4-FFF2-40B4-BE49-F238E27FC236}">
                <a16:creationId xmlns:a16="http://schemas.microsoft.com/office/drawing/2014/main" id="{73A78C3E-C139-1FD1-979B-D71679959D2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6" name="Slide Number Placeholder 5">
            <a:extLst xmlns:a="http://schemas.openxmlformats.org/drawingml/2006/main">
              <a:ext uri="{FF2B5EF4-FFF2-40B4-BE49-F238E27FC236}">
                <a16:creationId xmlns:a16="http://schemas.microsoft.com/office/drawing/2014/main" id="{9932F297-889B-B694-6DD5-92F8A6AAFF7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792C89C-FEA2-11F6-7988-ADD14A7B22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60E5DE7B-A406-1142-36EA-1C1498740235}"/>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D4355A2B-361E-86CB-ABBE-C510D2B2215F}"/>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50DA5E84-A1E0-A1C4-F7E6-DA9E7B124C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20F4BC-B3A4-46AF-9AEC-8478EF1369D5}" type="datetime1">
              <a:t>22-08-2026</a:t>
            </a:fld>
            <a:endParaRPr/>
          </a:p>
        </p:txBody>
      </p:sp>
      <p:sp>
        <p:nvSpPr>
          <p:cNvPr id="6" name="Footer Placeholder 5">
            <a:extLst xmlns:a="http://schemas.openxmlformats.org/drawingml/2006/main">
              <a:ext uri="{FF2B5EF4-FFF2-40B4-BE49-F238E27FC236}">
                <a16:creationId xmlns:a16="http://schemas.microsoft.com/office/drawing/2014/main" id="{D5DDA460-54C8-F2AC-C053-53FF3FAFCCD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7" name="Slide Number Placeholder 6">
            <a:extLst xmlns:a="http://schemas.openxmlformats.org/drawingml/2006/main">
              <a:ext uri="{FF2B5EF4-FFF2-40B4-BE49-F238E27FC236}">
                <a16:creationId xmlns:a16="http://schemas.microsoft.com/office/drawing/2014/main" id="{EE6F132A-BD40-58D2-CEEC-A1BA2B9E2E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05823BE-2514-8722-ED45-41E13E46B674}"/>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4BFEE3B-6ABA-1D24-97FE-717EBBC999EA}"/>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5C653C42-4C6D-988F-42A0-8639A508A612}"/>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F2B662B4-F942-A78F-394F-74F6037179B2}"/>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5B445FBE-A81E-92E1-36E3-99D1586F8316}"/>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B6D20C02-77C2-CB2A-62F8-60B8C62629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C9A2993-B405-4F4D-B968-A01C27211659}" type="datetime1">
              <a:t>22-08-2026</a:t>
            </a:fld>
            <a:endParaRPr/>
          </a:p>
        </p:txBody>
      </p:sp>
      <p:sp>
        <p:nvSpPr>
          <p:cNvPr id="8" name="Footer Placeholder 7">
            <a:extLst xmlns:a="http://schemas.openxmlformats.org/drawingml/2006/main">
              <a:ext uri="{FF2B5EF4-FFF2-40B4-BE49-F238E27FC236}">
                <a16:creationId xmlns:a16="http://schemas.microsoft.com/office/drawing/2014/main" id="{AD033241-EB08-777E-F678-5D641F6495A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9" name="Slide Number Placeholder 8">
            <a:extLst xmlns:a="http://schemas.openxmlformats.org/drawingml/2006/main">
              <a:ext uri="{FF2B5EF4-FFF2-40B4-BE49-F238E27FC236}">
                <a16:creationId xmlns:a16="http://schemas.microsoft.com/office/drawing/2014/main" id="{40D711ED-181F-C690-A3B3-1D82670FC5D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77468B4-E355-69B3-7598-80ADF2F9CC1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E2F1AB3B-AFC6-3627-62E6-22313061FA8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9378C8C-5FBB-4DD7-A06D-BE263480794B}" type="datetime1">
              <a:t>22-08-2026</a:t>
            </a:fld>
            <a:endParaRPr/>
          </a:p>
        </p:txBody>
      </p:sp>
      <p:sp>
        <p:nvSpPr>
          <p:cNvPr id="4" name="Footer Placeholder 3">
            <a:extLst xmlns:a="http://schemas.openxmlformats.org/drawingml/2006/main">
              <a:ext uri="{FF2B5EF4-FFF2-40B4-BE49-F238E27FC236}">
                <a16:creationId xmlns:a16="http://schemas.microsoft.com/office/drawing/2014/main" id="{2B2C6591-48E4-480E-7965-DE9F830154A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5" name="Slide Number Placeholder 4">
            <a:extLst xmlns:a="http://schemas.openxmlformats.org/drawingml/2006/main">
              <a:ext uri="{FF2B5EF4-FFF2-40B4-BE49-F238E27FC236}">
                <a16:creationId xmlns:a16="http://schemas.microsoft.com/office/drawing/2014/main" id="{F10C9D68-A16A-B2D3-C8A6-B5221AF744B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23F289A-3AD7-C11D-1594-90A35E592B5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1FD2985-06EC-459B-80C8-F6F4362A1C03}" type="datetime1">
              <a:t>22-08-2026</a:t>
            </a:fld>
            <a:endParaRPr/>
          </a:p>
        </p:txBody>
      </p:sp>
      <p:sp>
        <p:nvSpPr>
          <p:cNvPr id="3" name="Footer Placeholder 2">
            <a:extLst xmlns:a="http://schemas.openxmlformats.org/drawingml/2006/main">
              <a:ext uri="{FF2B5EF4-FFF2-40B4-BE49-F238E27FC236}">
                <a16:creationId xmlns:a16="http://schemas.microsoft.com/office/drawing/2014/main" id="{8C252269-BBE3-199F-299B-38D4E9CC189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4" name="Slide Number Placeholder 3">
            <a:extLst xmlns:a="http://schemas.openxmlformats.org/drawingml/2006/main">
              <a:ext uri="{FF2B5EF4-FFF2-40B4-BE49-F238E27FC236}">
                <a16:creationId xmlns:a16="http://schemas.microsoft.com/office/drawing/2014/main" id="{F7407FDC-B2A9-1304-047F-5808A0B6B22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25A4847-FC20-D9BF-0BDE-26EC7EF7435D}"/>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68D9C584-AC19-D7B4-9DFE-7C1BC2E1BCC5}"/>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2F4A3262-CE8D-2419-DCCC-C536E9FDAC37}"/>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294758D6-7AF2-29C5-E0EE-3B7BE155EC2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1D7E9DA-13C6-48A4-9305-B592482DE8CE}" type="datetime1">
              <a:t>22-08-2026</a:t>
            </a:fld>
            <a:endParaRPr/>
          </a:p>
        </p:txBody>
      </p:sp>
      <p:sp>
        <p:nvSpPr>
          <p:cNvPr id="6" name="Footer Placeholder 5">
            <a:extLst xmlns:a="http://schemas.openxmlformats.org/drawingml/2006/main">
              <a:ext uri="{FF2B5EF4-FFF2-40B4-BE49-F238E27FC236}">
                <a16:creationId xmlns:a16="http://schemas.microsoft.com/office/drawing/2014/main" id="{45AAC7E7-68C4-7616-2DE1-0333E2C446C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7" name="Slide Number Placeholder 6">
            <a:extLst xmlns:a="http://schemas.openxmlformats.org/drawingml/2006/main">
              <a:ext uri="{FF2B5EF4-FFF2-40B4-BE49-F238E27FC236}">
                <a16:creationId xmlns:a16="http://schemas.microsoft.com/office/drawing/2014/main" id="{5E9EF51B-1685-66FF-0783-23584C25175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3939D0E-3A71-7252-C837-B8281F0DED9C}"/>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AFE3D557-6893-299F-57A8-A7B173F10143}"/>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C4CC8BA2-BB08-F4E3-5660-C7370BA568C3}"/>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CE57E1CE-C7CA-966D-8661-1E99A7DA217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45E7C4B-C575-4DCF-9B63-045662930500}" type="datetime1">
              <a:t>22-08-2026</a:t>
            </a:fld>
            <a:endParaRPr/>
          </a:p>
        </p:txBody>
      </p:sp>
      <p:sp>
        <p:nvSpPr>
          <p:cNvPr id="6" name="Footer Placeholder 5">
            <a:extLst xmlns:a="http://schemas.openxmlformats.org/drawingml/2006/main">
              <a:ext uri="{FF2B5EF4-FFF2-40B4-BE49-F238E27FC236}">
                <a16:creationId xmlns:a16="http://schemas.microsoft.com/office/drawing/2014/main" id="{66055516-3E64-07E5-10C5-DE056657E44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7" name="Slide Number Placeholder 6">
            <a:extLst xmlns:a="http://schemas.openxmlformats.org/drawingml/2006/main">
              <a:ext uri="{FF2B5EF4-FFF2-40B4-BE49-F238E27FC236}">
                <a16:creationId xmlns:a16="http://schemas.microsoft.com/office/drawing/2014/main" id="{AFBA5AD5-9867-E76D-C035-2856CCFBC1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E71D7EC-16EA-5009-5D33-ABFC55F2813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EB09EC6D-8ED5-29E9-9444-CC2D6A1CB8A3}"/>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C1ADFC6-7CEA-ABEE-94C2-870B1E65737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576931C-EA1A-43DD-B3B3-66F5BA587712}" type="datetime1">
              <a:t>22-08-2026</a:t>
            </a:fld>
            <a:endParaRPr/>
          </a:p>
        </p:txBody>
      </p:sp>
      <p:sp>
        <p:nvSpPr>
          <p:cNvPr id="5" name="Footer Placeholder 4">
            <a:extLst xmlns:a="http://schemas.openxmlformats.org/drawingml/2006/main">
              <a:ext uri="{FF2B5EF4-FFF2-40B4-BE49-F238E27FC236}">
                <a16:creationId xmlns:a16="http://schemas.microsoft.com/office/drawing/2014/main" id="{7B1FA3A5-596E-6C2A-F853-30C5DC6FBF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6" name="Slide Number Placeholder 5">
            <a:extLst xmlns:a="http://schemas.openxmlformats.org/drawingml/2006/main">
              <a:ext uri="{FF2B5EF4-FFF2-40B4-BE49-F238E27FC236}">
                <a16:creationId xmlns:a16="http://schemas.microsoft.com/office/drawing/2014/main" id="{312CE6B1-CE87-B68F-9494-FA6D109F38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AF0FF105-FC99-2BCB-131F-2B902F8BAE21}"/>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0354FD6-064F-6E12-E8DE-81EC913CDB0B}"/>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EF1D2109-32D1-4A0F-F903-5142A204EF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2C9B0E1-7C95-4C20-B9C6-BA51F388E878}" type="datetime1">
              <a:t>22-08-2026</a:t>
            </a:fld>
            <a:endParaRPr/>
          </a:p>
        </p:txBody>
      </p:sp>
      <p:sp>
        <p:nvSpPr>
          <p:cNvPr id="5" name="Footer Placeholder 4">
            <a:extLst xmlns:a="http://schemas.openxmlformats.org/drawingml/2006/main">
              <a:ext uri="{FF2B5EF4-FFF2-40B4-BE49-F238E27FC236}">
                <a16:creationId xmlns:a16="http://schemas.microsoft.com/office/drawing/2014/main" id="{73E5353D-EEF9-CF3C-A97F-F0F0EBFA7C5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6" name="Slide Number Placeholder 5">
            <a:extLst xmlns:a="http://schemas.openxmlformats.org/drawingml/2006/main">
              <a:ext uri="{FF2B5EF4-FFF2-40B4-BE49-F238E27FC236}">
                <a16:creationId xmlns:a16="http://schemas.microsoft.com/office/drawing/2014/main" id="{3DF2F1DC-3958-BCDE-9A16-88E928E7ED2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5ce1b77ff44df5" /><Relationship Type="http://schemas.openxmlformats.org/officeDocument/2006/relationships/slideLayout" Target="/ppt/slideLayouts/slideLayout1.xml" Id="R6cb537343a1841ad" /><Relationship Type="http://schemas.openxmlformats.org/officeDocument/2006/relationships/slideLayout" Target="/ppt/slideLayouts/slideLayout2.xml" Id="Re3a244b671804374" /><Relationship Type="http://schemas.openxmlformats.org/officeDocument/2006/relationships/slideLayout" Target="/ppt/slideLayouts/slideLayout3.xml" Id="R40965bbd873246ba" /><Relationship Type="http://schemas.openxmlformats.org/officeDocument/2006/relationships/slideLayout" Target="/ppt/slideLayouts/slideLayout4.xml" Id="Rb4098fa38a4047e0" /><Relationship Type="http://schemas.openxmlformats.org/officeDocument/2006/relationships/slideLayout" Target="/ppt/slideLayouts/slideLayout5.xml" Id="R8fa822ab81cd410f" /><Relationship Type="http://schemas.openxmlformats.org/officeDocument/2006/relationships/slideLayout" Target="/ppt/slideLayouts/slideLayout6.xml" Id="R4eb9722159a642f4" /><Relationship Type="http://schemas.openxmlformats.org/officeDocument/2006/relationships/slideLayout" Target="/ppt/slideLayouts/slideLayout7.xml" Id="R993a410ee53742fd" /><Relationship Type="http://schemas.openxmlformats.org/officeDocument/2006/relationships/slideLayout" Target="/ppt/slideLayouts/slideLayout8.xml" Id="Rce145073f33b4b16" /><Relationship Type="http://schemas.openxmlformats.org/officeDocument/2006/relationships/slideLayout" Target="/ppt/slideLayouts/slideLayout9.xml" Id="R058a2096fd0b4f72" /><Relationship Type="http://schemas.openxmlformats.org/officeDocument/2006/relationships/slideLayout" Target="/ppt/slideLayouts/slideLayout10.xml" Id="Rfeee0043b11143e2" /><Relationship Type="http://schemas.openxmlformats.org/officeDocument/2006/relationships/slideLayout" Target="/ppt/slideLayouts/slideLayout11.xml" Id="R21452db56b504f5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85454249-E28B-CF91-F4A6-9762E4F38B7D}"/>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1E3D641-7C66-CA7D-30A7-7F95AC27EF4C}"/>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5E1D408-B228-838E-3E43-4304680A536B}"/>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43827C3E-786B-4150-9177-1C28966A2ADC}" type="datetime1">
              <a:t>22-08-2026</a:t>
            </a:fld>
            <a:endParaRPr/>
          </a:p>
        </p:txBody>
      </p:sp>
      <p:sp>
        <p:nvSpPr>
          <p:cNvPr id="5" name="Footer Placeholder 4">
            <a:extLst xmlns:a="http://schemas.openxmlformats.org/drawingml/2006/main">
              <a:ext uri="{FF2B5EF4-FFF2-40B4-BE49-F238E27FC236}">
                <a16:creationId xmlns:a16="http://schemas.microsoft.com/office/drawing/2014/main" id="{DCEC7A69-1922-F157-900C-FF956683161C}"/>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r>
              <a:t>SCOPE</a:t>
            </a:r>
          </a:p>
        </p:txBody>
      </p:sp>
      <p:sp>
        <p:nvSpPr>
          <p:cNvPr id="6" name="Slide Number Placeholder 5">
            <a:extLst xmlns:a="http://schemas.openxmlformats.org/drawingml/2006/main">
              <a:ext uri="{FF2B5EF4-FFF2-40B4-BE49-F238E27FC236}">
                <a16:creationId xmlns:a16="http://schemas.microsoft.com/office/drawing/2014/main" id="{51B80E76-E345-1553-9664-0BCF569B55B9}"/>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65201FD4-9D8D-4491-815B-63C7BF4F0034}"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b537343a1841ad"/>
    <p:sldLayoutId xmlns:r="http://schemas.openxmlformats.org/officeDocument/2006/relationships" id="2147483650" r:id="Re3a244b671804374"/>
    <p:sldLayoutId xmlns:r="http://schemas.openxmlformats.org/officeDocument/2006/relationships" id="2147483651" r:id="R40965bbd873246ba"/>
    <p:sldLayoutId xmlns:r="http://schemas.openxmlformats.org/officeDocument/2006/relationships" id="2147483652" r:id="Rb4098fa38a4047e0"/>
    <p:sldLayoutId xmlns:r="http://schemas.openxmlformats.org/officeDocument/2006/relationships" id="2147483653" r:id="R8fa822ab81cd410f"/>
    <p:sldLayoutId xmlns:r="http://schemas.openxmlformats.org/officeDocument/2006/relationships" id="2147483654" r:id="R4eb9722159a642f4"/>
    <p:sldLayoutId xmlns:r="http://schemas.openxmlformats.org/officeDocument/2006/relationships" id="2147483655" r:id="R993a410ee53742fd"/>
    <p:sldLayoutId xmlns:r="http://schemas.openxmlformats.org/officeDocument/2006/relationships" id="2147483656" r:id="Rce145073f33b4b16"/>
    <p:sldLayoutId xmlns:r="http://schemas.openxmlformats.org/officeDocument/2006/relationships" id="2147483657" r:id="R058a2096fd0b4f72"/>
    <p:sldLayoutId xmlns:r="http://schemas.openxmlformats.org/officeDocument/2006/relationships" id="2147483658" r:id="Rfeee0043b11143e2"/>
    <p:sldLayoutId xmlns:r="http://schemas.openxmlformats.org/officeDocument/2006/relationships" id="2147483659" r:id="R21452db56b504f56"/>
  </p:sldLayoutIdLst>
  <p:hf hdr="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4a9095330a477a" /><Relationship Type="http://schemas.openxmlformats.org/officeDocument/2006/relationships/image" Target="/ppt/media/image.png" Id="R755376861fc74b63" /><Relationship Type="http://schemas.openxmlformats.org/officeDocument/2006/relationships/notesSlide" Target="/ppt/notesSlides/notesSlide1.xml" Id="Re2cea817beb34c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c3b6bd95b0854485" /><Relationship Type="http://schemas.openxmlformats.org/officeDocument/2006/relationships/image" Target="/ppt/media/image2.png" Id="R39f1e1a3229a4353" /><Relationship Type="http://schemas.openxmlformats.org/officeDocument/2006/relationships/notesSlide" Target="/ppt/notesSlides/notesSlide2.xml" Id="R2705a653d99740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e17d61d5099e4700" /><Relationship Type="http://schemas.openxmlformats.org/officeDocument/2006/relationships/notesSlide" Target="/ppt/notesSlides/notesSlide3.xml" Id="Ra64767ffbbda466e"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ccbf371593484d4e" /><Relationship Type="http://schemas.openxmlformats.org/officeDocument/2006/relationships/notesSlide" Target="/ppt/notesSlides/notesSlide4.xml" Id="Rbef8de4edd4142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e95558d35c6472e" /><Relationship Type="http://schemas.openxmlformats.org/officeDocument/2006/relationships/image" Target="/ppt/media/image3.png" Id="Rc7845d58443747d0" /><Relationship Type="http://schemas.openxmlformats.org/officeDocument/2006/relationships/image" Target="/ppt/media/image4.png" Id="R27c90210955a4984" /><Relationship Type="http://schemas.openxmlformats.org/officeDocument/2006/relationships/notesSlide" Target="/ppt/notesSlides/notesSlide5.xml" Id="R49ce476eb2e24557"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b686b816d05a429f" /><Relationship Type="http://schemas.openxmlformats.org/officeDocument/2006/relationships/notesSlide" Target="/ppt/notesSlides/notesSlide6.xml" Id="R10042cc8339a43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870fdbc688054640" /><Relationship Type="http://schemas.openxmlformats.org/officeDocument/2006/relationships/image" Target="/ppt/media/image.jpeg" Id="R388a77f8cea94484" /><Relationship Type="http://schemas.openxmlformats.org/officeDocument/2006/relationships/image" Target="/ppt/media/image2.jpeg" Id="R8b5cf60bbdb1454b" /><Relationship Type="http://schemas.openxmlformats.org/officeDocument/2006/relationships/notesSlide" Target="/ppt/notesSlides/notesSlide7.xml" Id="R87e1f1ca030f4675"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a18b199dff214a34" /><Relationship Type="http://schemas.openxmlformats.org/officeDocument/2006/relationships/notesSlide" Target="/ppt/notesSlides/notesSlide8.xml" Id="R03a26d92d5884858"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c73ff2d00f0d4367" /><Relationship Type="http://schemas.openxmlformats.org/officeDocument/2006/relationships/notesSlide" Target="/ppt/notesSlides/notesSlide9.xml" Id="R306933c1fca3473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b3b0671f0c584fb5" /><Relationship Type="http://schemas.openxmlformats.org/officeDocument/2006/relationships/notesSlide" Target="/ppt/notesSlides/notesSlide10.xml" Id="R6cd67dea8c21474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b1bc7bfe501f4ee8" /><Relationship Type="http://schemas.openxmlformats.org/officeDocument/2006/relationships/notesSlide" Target="/ppt/notesSlides/notesSlide11.xml" Id="Red29985aef4e4cc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e302f0b4397b424d" /><Relationship Type="http://schemas.openxmlformats.org/officeDocument/2006/relationships/notesSlide" Target="/ppt/notesSlides/notesSlide12.xml" Id="Rc329878df96d455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8fae4a14b6a34650" /><Relationship Type="http://schemas.openxmlformats.org/officeDocument/2006/relationships/notesSlide" Target="/ppt/notesSlides/notesSlide13.xml" Id="R6b5a8bb727a44e5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1" name="Picture 4"/>
          <p:cNvPicPr>
            <a:picLocks xmlns:a="http://schemas.openxmlformats.org/drawingml/2006/main" noChangeAspect="1"/>
          </p:cNvPicPr>
          <p:nvPr/>
        </p:nvPicPr>
        <p:blipFill>
          <a:blip xmlns:r="http://schemas.openxmlformats.org/officeDocument/2006/relationships" xmlns:a="http://schemas.openxmlformats.org/drawingml/2006/main" r:embed="R755376861fc74b63"/>
          <a:stretch xmlns:a="http://schemas.openxmlformats.org/drawingml/2006/main">
            <a:fillRect l="0" t="0" r="0" b="0"/>
          </a:stretch>
        </p:blipFill>
        <p:spPr>
          <a:xfrm xmlns:a="http://schemas.openxmlformats.org/drawingml/2006/main">
            <a:off x="3837236" y="-11493"/>
            <a:ext cx="4517528" cy="1871634"/>
          </a:xfrm>
          <a:prstGeom xmlns:a="http://schemas.openxmlformats.org/drawingml/2006/main" prst="rect">
            <a:avLst/>
          </a:prstGeom>
        </p:spPr>
      </p:pic>
      <p:sp>
        <p:nvSpPr>
          <p:cNvPr id="7" name="Title 6">
            <a:extLst xmlns:a="http://schemas.openxmlformats.org/drawingml/2006/main">
              <a:ext uri="{FF2B5EF4-FFF2-40B4-BE49-F238E27FC236}">
                <a16:creationId xmlns:a16="http://schemas.microsoft.com/office/drawing/2014/main" id="{8BAD67C4-20B4-E1F6-A7E7-C8C33181D0C9}"/>
              </a:ext>
            </a:extLst>
          </p:cNvPr>
          <p:cNvSpPr>
            <a:spLocks xmlns:a="http://schemas.openxmlformats.org/drawingml/2006/main" noGrp="1"/>
          </p:cNvSpPr>
          <p:nvPr>
            <p:ph type="ctrTitle" idx="0"/>
          </p:nvPr>
        </p:nvSpPr>
        <p:spPr>
          <a:xfrm xmlns:a="http://schemas.openxmlformats.org/drawingml/2006/main">
            <a:off x="1907459" y="1934141"/>
            <a:ext cx="8924544" cy="108952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2025"/>
            </a:pPr>
            <a:r>
              <a:rPr sz="2025" b="1">
                <a:highlight>
                  <a:srgbClr val="FFFF00"/>
                </a:highlight>
                <a:latin typeface="Times New Roman"/>
                <a:ea typeface="Times New Roman"/>
                <a:cs typeface="Times New Roman"/>
              </a:rPr>
              <a:t>B.Tech. – BCSE497J Project-I</a:t>
            </a:r>
          </a:p>
          <a:p xmlns:a="http://schemas.openxmlformats.org/drawingml/2006/main">
            <a:pPr algn="ctr">
              <a:buNone/>
              <a:defRPr sz="2025"/>
            </a:pPr>
            <a:r>
              <a:rPr sz="2025" b="1">
                <a:highlight>
                  <a:srgbClr val="FFFF00"/>
                </a:highlight>
                <a:latin typeface="Times New Roman"/>
                <a:ea typeface="Times New Roman"/>
                <a:cs typeface="Times New Roman"/>
              </a:rPr>
              <a:t>INTELLIGENT CAREER GUIDANCE AND RESUME OPTIMIZATION PLATFORM USING AI</a:t>
            </a:r>
          </a:p>
        </p:txBody>
      </p:sp>
      <p:sp>
        <p:nvSpPr>
          <p:cNvPr id="9" name="object 3">
            <a:extLst xmlns:a="http://schemas.openxmlformats.org/drawingml/2006/main">
              <a:ext uri="{FF2B5EF4-FFF2-40B4-BE49-F238E27FC236}">
                <a16:creationId xmlns:a16="http://schemas.microsoft.com/office/drawing/2014/main" id="{68BC382C-506F-4908-6AC3-C0AA73064F47}"/>
              </a:ext>
            </a:extLst>
          </p:cNvPr>
          <p:cNvSpPr>
            <a:spLocks xmlns:a="http://schemas.openxmlformats.org/drawingml/2006/main" noGrp="1"/>
          </p:cNvSpPr>
          <p:nvPr/>
        </p:nvSpPr>
        <p:spPr>
          <a:xfrm xmlns:a="http://schemas.openxmlformats.org/drawingml/2006/main">
            <a:off x="2609088" y="3208471"/>
            <a:ext cx="7071360" cy="2460809"/>
          </a:xfrm>
          <a:prstGeom xmlns:a="http://schemas.openxmlformats.org/drawingml/2006/main" prst="rect">
            <a:avLst/>
          </a:prstGeom>
        </p:spPr>
        <p:txBody>
          <a:bodyPr xmlns:a="http://schemas.openxmlformats.org/drawingml/2006/main" vert="horz" wrap="square" lIns="0" tIns="12700" rIns="0" bIns="0">
            <a:spAutoFit/>
          </a:bodyPr>
          <a:lstStyle xmlns:a="http://schemas.openxmlformats.org/drawingml/2006/main"/>
          <a:p xmlns:a="http://schemas.openxmlformats.org/drawingml/2006/main">
            <a:pPr>
              <a:lnSpc>
                <a:spcPct val="100000"/>
              </a:lnSpc>
              <a:spcBef>
                <a:spcPts val="200"/>
              </a:spcBef>
              <a:buNone/>
              <a:defRPr sz="1650"/>
            </a:pPr>
            <a:r>
              <a:rPr sz="1650"/>
              <a:t>Student:</a:t>
            </a:r>
            <a:endParaRPr sz="1800">
              <a:latin typeface="Times New Roman"/>
              <a:ea typeface="Times New Roman"/>
              <a:cs typeface="Times New Roman"/>
            </a:endParaRPr>
          </a:p>
          <a:p xmlns:a="http://schemas.openxmlformats.org/drawingml/2006/main">
            <a:pPr marL="12700">
              <a:lnSpc>
                <a:spcPct val="100000"/>
              </a:lnSpc>
              <a:buNone/>
              <a:defRPr sz="1650"/>
            </a:pPr>
            <a:r>
              <a:rPr sz="1650" spc="-20">
                <a:latin typeface="Times New Roman"/>
                <a:ea typeface="Times New Roman"/>
                <a:cs typeface="Times New Roman"/>
              </a:rPr>
              <a:t>Manya Kothari   ([REGISTRATION NUMBER])</a:t>
            </a:r>
            <a:endParaRPr sz="2000">
              <a:latin typeface="Times New Roman"/>
              <a:ea typeface="Times New Roman"/>
              <a:cs typeface="Times New Roman"/>
            </a:endParaRPr>
          </a:p>
          <a:p xmlns:a="http://schemas.openxmlformats.org/drawingml/2006/main">
            <a:pPr marL="149225" indent="-136525">
              <a:lnSpc>
                <a:spcPct val="100000"/>
              </a:lnSpc>
              <a:spcBef>
                <a:spcPts val="20"/>
              </a:spcBef>
              <a:buFont typeface="Times New Roman"/>
              <a:buChar char="•"/>
              <a:tabLst>
                <a:tab pos="149225" algn="l"/>
              </a:tabLst>
            </a:pPr>
            <a:r>
              <a:rPr sz="2000" b="1">
                <a:latin typeface="Times New Roman"/>
                <a:ea typeface="Times New Roman"/>
                <a:cs typeface="Times New Roman"/>
              </a:rPr>
              <a:t/>
            </a:r>
          </a:p>
          <a:p xmlns:a="http://schemas.openxmlformats.org/drawingml/2006/main">
            <a:pPr marL="149225" indent="-136525">
              <a:lnSpc>
                <a:spcPct val="100000"/>
              </a:lnSpc>
              <a:spcBef>
                <a:spcPts val="20"/>
              </a:spcBef>
              <a:buFont typeface="Times New Roman"/>
              <a:buChar char="•"/>
              <a:tabLst>
                <a:tab pos="149225" algn="l"/>
              </a:tabLst>
              <a:defRPr sz="1650"/>
            </a:pPr>
            <a:r>
              <a:rPr sz="1650" b="1">
                <a:latin typeface="Times New Roman"/>
                <a:ea typeface="Times New Roman"/>
                <a:cs typeface="Times New Roman"/>
              </a:rPr>
              <a:t>Faculty Guide:</a:t>
            </a:r>
          </a:p>
          <a:p xmlns:a="http://schemas.openxmlformats.org/drawingml/2006/main">
            <a:pPr marL="149225" indent="-136525">
              <a:lnSpc>
                <a:spcPct val="100000"/>
              </a:lnSpc>
              <a:spcBef>
                <a:spcPts val="20"/>
              </a:spcBef>
              <a:buFont typeface="Times New Roman"/>
              <a:buChar char="•"/>
              <a:tabLst>
                <a:tab pos="149225" algn="l"/>
              </a:tabLst>
              <a:defRPr sz="1650"/>
            </a:pPr>
            <a:r>
              <a:rPr sz="1650"/>
              <a:t>[GUIDE NAME]</a:t>
            </a:r>
            <a:endParaRPr sz="2000" b="1">
              <a:latin typeface="Times New Roman"/>
              <a:ea typeface="Times New Roman"/>
              <a:cs typeface="Times New Roman"/>
            </a:endParaRPr>
          </a:p>
          <a:p xmlns:a="http://schemas.openxmlformats.org/drawingml/2006/main">
            <a:pPr marL="12700">
              <a:lnSpc>
                <a:spcPct val="100000"/>
              </a:lnSpc>
              <a:spcBef>
                <a:spcPts val="100"/>
              </a:spcBef>
              <a:buNone/>
              <a:defRPr sz="1650"/>
            </a:pPr>
            <a:r>
              <a:rPr sz="1650">
                <a:latin typeface="Times New Roman"/>
                <a:ea typeface="Times New Roman"/>
                <a:cs typeface="Times New Roman"/>
              </a:rPr>
              <a:t>[GUIDE DESIGNATION]</a:t>
            </a:r>
            <a:endParaRPr sz="2000">
              <a:latin typeface="Times New Roman"/>
              <a:ea typeface="Times New Roman"/>
              <a:cs typeface="Times New Roman"/>
            </a:endParaRPr>
          </a:p>
        </p:txBody>
      </p:sp>
    </p:spTree>
    <p:extLst>
      <p:ext uri="{BB962C8B-B14F-4D97-AF65-F5344CB8AC3E}">
        <p14:creationId xmlns:p14="http://schemas.microsoft.com/office/powerpoint/2010/main" val="424303681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6ACBE13-A9D6-9564-DA47-597E38E09F70}"/>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800" b="1">
                <a:latin typeface="Times New Roman"/>
                <a:ea typeface="Times New Roman"/>
                <a:cs typeface="Times New Roman"/>
              </a:rPr>
              <a:t>Approval Mail From Guide</a:t>
            </a:r>
          </a:p>
        </p:txBody>
      </p:sp>
      <p:sp>
        <p:nvSpPr>
          <p:cNvPr id="3" name="Content Placeholder 2">
            <a:extLst xmlns:a="http://schemas.openxmlformats.org/drawingml/2006/main">
              <a:ext uri="{FF2B5EF4-FFF2-40B4-BE49-F238E27FC236}">
                <a16:creationId xmlns:a16="http://schemas.microsoft.com/office/drawing/2014/main" id="{8233367C-DAD6-6E34-D21A-A981C09442F2}"/>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a:defRPr sz="1650"/>
            </a:pPr>
            <a:r>
              <a:rPr sz="1650" i="1">
                <a:highlight>
                  <a:srgbClr val="FFFF00"/>
                </a:highlight>
              </a:rPr>
              <a:t>Insert the guide approval-mail screenshot here before submission.</a:t>
            </a:r>
          </a:p>
        </p:txBody>
      </p:sp>
      <p:sp>
        <p:nvSpPr>
          <p:cNvPr id="4" name="Date Placeholder 3">
            <a:extLst xmlns:a="http://schemas.openxmlformats.org/drawingml/2006/main">
              <a:ext uri="{FF2B5EF4-FFF2-40B4-BE49-F238E27FC236}">
                <a16:creationId xmlns:a16="http://schemas.microsoft.com/office/drawing/2014/main" id="{C7827C50-3ED3-2DB6-C227-6784C6CA9E3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5F59D98-8042-499D-6156-1CDDB99EBB49}" type="datetime1">
              <a:t>September 2026</a:t>
            </a:fld>
            <a:endParaRPr/>
          </a:p>
        </p:txBody>
      </p:sp>
      <p:sp>
        <p:nvSpPr>
          <p:cNvPr id="5" name="Footer Placeholder 4">
            <a:extLst xmlns:a="http://schemas.openxmlformats.org/drawingml/2006/main">
              <a:ext uri="{FF2B5EF4-FFF2-40B4-BE49-F238E27FC236}">
                <a16:creationId xmlns:a16="http://schemas.microsoft.com/office/drawing/2014/main" id="{56664170-792F-28F8-1C31-5F7A8D69F9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6" name="Slide Number Placeholder 5">
            <a:extLst xmlns:a="http://schemas.openxmlformats.org/drawingml/2006/main">
              <a:ext uri="{FF2B5EF4-FFF2-40B4-BE49-F238E27FC236}">
                <a16:creationId xmlns:a16="http://schemas.microsoft.com/office/drawing/2014/main" id="{EE16528B-72DB-0275-6A94-33ABB5CD707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2</a:t>
            </a:fld>
            <a:endParaRPr/>
          </a:p>
        </p:txBody>
      </p:sp>
      <p:pic>
        <p:nvPicPr>
          <p:cNvPr id="14" name="Picture 9"/>
          <p:cNvPicPr>
            <a:picLocks xmlns:a="http://schemas.openxmlformats.org/drawingml/2006/main" noChangeAspect="1"/>
          </p:cNvPicPr>
          <p:nvPr/>
        </p:nvPicPr>
        <p:blipFill>
          <a:blip xmlns:r="http://schemas.openxmlformats.org/officeDocument/2006/relationships" xmlns:a="http://schemas.openxmlformats.org/drawingml/2006/main" r:embed="R39f1e1a3229a4353"/>
          <a:stretch xmlns:a="http://schemas.openxmlformats.org/drawingml/2006/main">
            <a:fillRect l="0" t="0" r="0" b="0"/>
          </a:stretch>
        </p:blipFill>
        <p:spPr>
          <a:xfrm xmlns:a="http://schemas.openxmlformats.org/drawingml/2006/main">
            <a:off x="673866" y="2653482"/>
            <a:ext cx="11381493" cy="3296214"/>
          </a:xfrm>
          <a:prstGeom xmlns:a="http://schemas.openxmlformats.org/drawingml/2006/main" prst="rect">
            <a:avLst/>
          </a:prstGeom>
        </p:spPr>
      </p:pic>
      <p:sp>
        <p:nvSpPr>
          <p:cNvPr id="8" name="approval-mail-placeholder">
            <a:extLst xmlns:a="http://schemas.openxmlformats.org/drawingml/2006/main">
              <a:ext uri="{FF2B5EF4-FFF2-40B4-BE49-F238E27FC236}">
                <a16:creationId xmlns:a16="http://schemas.microsoft.com/office/drawing/2014/main" id="{7C38D0A0-72D4-4715-B777-62F043987A21}"/>
              </a:ext>
            </a:extLst>
          </p:cNvPr>
          <p:cNvSpPr>
            <a:spLocks xmlns:a="http://schemas.openxmlformats.org/drawingml/2006/main" noGrp="1"/>
          </p:cNvSpPr>
          <p:nvPr/>
        </p:nvSpPr>
        <p:spPr>
          <a:xfrm xmlns:a="http://schemas.openxmlformats.org/drawingml/2006/main">
            <a:off x="857250" y="2333625"/>
            <a:ext cx="10477500" cy="3238500"/>
          </a:xfrm>
          <a:prstGeom xmlns:a="http://schemas.openxmlformats.org/drawingml/2006/main" prst="roundRect">
            <a:avLst>
              <a:gd name="adj" fmla="val 2353"/>
            </a:avLst>
          </a:prstGeom>
          <a:solidFill xmlns:a="http://schemas.openxmlformats.org/drawingml/2006/main">
            <a:srgbClr val="F5F7FA"/>
          </a:solidFill>
          <a:ln xmlns:a="http://schemas.openxmlformats.org/drawingml/2006/main" w="19050">
            <a:solidFill>
              <a:srgbClr val="7A8A99"/>
            </a:solidFill>
            <a:prstDash val="dash"/>
          </a:ln>
        </p:spPr>
        <p:txBody>
          <a:bodyPr xmlns:a="http://schemas.openxmlformats.org/drawingml/2006/main" anchor="ctr"/>
          <a:lstStyle xmlns:a="http://schemas.openxmlformats.org/drawingml/2006/main"/>
          <a:p xmlns:a="http://schemas.openxmlformats.org/drawingml/2006/main">
            <a:pPr algn="ctr">
              <a:defRPr sz="1875" b="1">
                <a:solidFill>
                  <a:srgbClr val="52606D"/>
                </a:solidFill>
              </a:defRPr>
            </a:pPr>
            <a:r>
              <a:rPr sz="1875" b="1">
                <a:solidFill>
                  <a:srgbClr val="52606D"/>
                </a:solidFill>
              </a:rPr>
              <a:t>[INSERT GUIDE APPROVAL-MAIL SCREENSHOT]</a:t>
            </a:r>
          </a:p>
        </p:txBody>
      </p:sp>
    </p:spTree>
    <p:extLst>
      <p:ext uri="{BB962C8B-B14F-4D97-AF65-F5344CB8AC3E}">
        <p14:creationId xmlns:p14="http://schemas.microsoft.com/office/powerpoint/2010/main" val="125656062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4D68A428-04DA-E6A8-7606-5D2FE5F31C52}"/>
              </a:ext>
            </a:extLst>
          </p:cNvPr>
          <p:cNvSpPr>
            <a:spLocks xmlns:a="http://schemas.openxmlformats.org/drawingml/2006/main" noGrp="1"/>
          </p:cNvSpPr>
          <p:nvPr>
            <p:ph idx="1"/>
          </p:nvPr>
        </p:nvSpPr>
        <p:spPr/>
        <p:txBody>
          <a:bodyPr xmlns:a="http://schemas.openxmlformats.org/drawingml/2006/main">
            <a:normAutofit fontScale="100000"/>
          </a:bodyPr>
          <a:lstStyle xmlns:a="http://schemas.openxmlformats.org/drawingml/2006/main"/>
          <a:p xmlns:a="http://schemas.openxmlformats.org/drawingml/2006/main">
            <a:pPr>
              <a:defRPr sz="1800"/>
            </a:pPr>
            <a:r>
              <a:rPr sz="1800">
                <a:latin typeface="Times New Roman"/>
                <a:ea typeface="Times New Roman"/>
                <a:cs typeface="Times New Roman"/>
              </a:rPr>
              <a:t>To build a secure, explainable student career-preparation platform that connects resume intelligence, job matching, prioritized skill gaps, timed assessments, placement mocks, scheduling, and performance feedback.</a:t>
            </a:r>
          </a:p>
        </p:txBody>
      </p:sp>
      <p:sp>
        <p:nvSpPr>
          <p:cNvPr id="4" name="object 2">
            <a:extLst xmlns:a="http://schemas.openxmlformats.org/drawingml/2006/main">
              <a:ext uri="{FF2B5EF4-FFF2-40B4-BE49-F238E27FC236}">
                <a16:creationId xmlns:a16="http://schemas.microsoft.com/office/drawing/2014/main" id="{027305EA-516C-11F8-8A54-2BA046094ABC}"/>
              </a:ext>
            </a:extLst>
          </p:cNvPr>
          <p:cNvSpPr>
            <a:spLocks xmlns:a="http://schemas.openxmlformats.org/drawingml/2006/main" noGrp="1"/>
          </p:cNvSpPr>
          <p:nvPr>
            <p:ph type="title" idx="0"/>
          </p:nvPr>
        </p:nvSpPr>
        <p:spPr>
          <a:xfrm xmlns:a="http://schemas.openxmlformats.org/drawingml/2006/main">
            <a:off x="838200" y="739558"/>
            <a:ext cx="10515600" cy="576696"/>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p xmlns:a="http://schemas.openxmlformats.org/drawingml/2006/main">
            <a:pPr marL="486409">
              <a:lnSpc>
                <a:spcPct val="100000"/>
              </a:lnSpc>
              <a:spcBef>
                <a:spcPts val="130"/>
              </a:spcBef>
              <a:buNone/>
            </a:pPr>
            <a:r>
              <a:rPr sz="3000" b="1" spc="-25">
                <a:latin typeface="Times New Roman"/>
                <a:ea typeface="Times New Roman"/>
                <a:cs typeface="Times New Roman"/>
              </a:rPr>
              <a:t>Aim</a:t>
            </a:r>
            <a:endParaRPr sz="3000" b="1">
              <a:latin typeface="Times New Roman"/>
              <a:ea typeface="Times New Roman"/>
              <a:cs typeface="Times New Roman"/>
            </a:endParaRPr>
          </a:p>
        </p:txBody>
      </p:sp>
      <p:sp>
        <p:nvSpPr>
          <p:cNvPr id="7" name="Date Placeholder 6">
            <a:extLst xmlns:a="http://schemas.openxmlformats.org/drawingml/2006/main">
              <a:ext uri="{FF2B5EF4-FFF2-40B4-BE49-F238E27FC236}">
                <a16:creationId xmlns:a16="http://schemas.microsoft.com/office/drawing/2014/main" id="{779E6AA7-AE20-8A91-BA42-261BF76A2F8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5F59D98-8042-499D-6156-1CDDB99EBB49}" type="datetime1">
              <a:t>September 2026</a:t>
            </a:fld>
            <a:endParaRPr/>
          </a:p>
        </p:txBody>
      </p:sp>
      <p:sp>
        <p:nvSpPr>
          <p:cNvPr id="8" name="Footer Placeholder 7">
            <a:extLst xmlns:a="http://schemas.openxmlformats.org/drawingml/2006/main">
              <a:ext uri="{FF2B5EF4-FFF2-40B4-BE49-F238E27FC236}">
                <a16:creationId xmlns:a16="http://schemas.microsoft.com/office/drawing/2014/main" id="{B77FE434-77F0-B8BE-9198-66090332F3F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9" name="Slide Number Placeholder 8">
            <a:extLst xmlns:a="http://schemas.openxmlformats.org/drawingml/2006/main">
              <a:ext uri="{FF2B5EF4-FFF2-40B4-BE49-F238E27FC236}">
                <a16:creationId xmlns:a16="http://schemas.microsoft.com/office/drawing/2014/main" id="{5AD6A9DA-AEE9-F6FE-EFA8-06396314F7E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3</a:t>
            </a:fld>
            <a:endParaRPr/>
          </a:p>
        </p:txBody>
      </p:sp>
    </p:spTree>
    <p:extLst>
      <p:ext uri="{BB962C8B-B14F-4D97-AF65-F5344CB8AC3E}">
        <p14:creationId xmlns:p14="http://schemas.microsoft.com/office/powerpoint/2010/main" val="254351886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35DDED8F-1EBD-2E10-598E-0CA3F56F05DF}"/>
              </a:ext>
            </a:extLst>
          </p:cNvPr>
          <p:cNvSpPr>
            <a:spLocks xmlns:a="http://schemas.openxmlformats.org/drawingml/2006/main" noGrp="1"/>
          </p:cNvSpPr>
          <p:nvPr>
            <p:ph idx="1"/>
          </p:nvPr>
        </p:nvSpPr>
        <p:spPr/>
        <p:txBody>
          <a:bodyPr xmlns:a="http://schemas.openxmlformats.org/drawingml/2006/main">
            <a:normAutofit fontScale="100000"/>
          </a:bodyPr>
          <a:lstStyle xmlns:a="http://schemas.openxmlformats.org/drawingml/2006/main"/>
          <a:p xmlns:a="http://schemas.openxmlformats.org/drawingml/2006/main">
            <a:pPr>
              <a:defRPr sz="1350"/>
            </a:pPr>
            <a:r>
              <a:rPr sz="1350">
                <a:latin typeface="Times New Roman"/>
                <a:ea typeface="Times New Roman"/>
                <a:cs typeface="Times New Roman"/>
              </a:rPr>
              <a:t>Intelligent Career Guidance and Resume Optimization Platform Using AI unifies student career preparation in a React/Spring Boot platform. Deterministic ATS-oriented scoring is separated from Gemini qualitative feedback. Job matching combines skill coverage, TF-IDF/cosine, experience, education, and optional semantic similarity. Ten-question assessment snapshots are timed and graded server-side. Students can start now or manage their own schedules. Review-2 evidence supports approximately 72% completion; notifications, proctoring, deployment, and advanced personalization remain planned.</a:t>
            </a:r>
          </a:p>
        </p:txBody>
      </p:sp>
      <p:sp>
        <p:nvSpPr>
          <p:cNvPr id="4" name="object 2">
            <a:extLst xmlns:a="http://schemas.openxmlformats.org/drawingml/2006/main">
              <a:ext uri="{FF2B5EF4-FFF2-40B4-BE49-F238E27FC236}">
                <a16:creationId xmlns:a16="http://schemas.microsoft.com/office/drawing/2014/main" id="{156C6ACB-BF9E-DB99-B99C-4896C652737E}"/>
              </a:ext>
            </a:extLst>
          </p:cNvPr>
          <p:cNvSpPr>
            <a:spLocks xmlns:a="http://schemas.openxmlformats.org/drawingml/2006/main" noGrp="1"/>
          </p:cNvSpPr>
          <p:nvPr>
            <p:ph type="title" idx="0"/>
          </p:nvPr>
        </p:nvSpPr>
        <p:spPr>
          <a:xfrm xmlns:a="http://schemas.openxmlformats.org/drawingml/2006/main">
            <a:off x="838200" y="739558"/>
            <a:ext cx="10515600" cy="576696"/>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p xmlns:a="http://schemas.openxmlformats.org/drawingml/2006/main">
            <a:pPr marL="486409">
              <a:lnSpc>
                <a:spcPct val="100000"/>
              </a:lnSpc>
              <a:spcBef>
                <a:spcPts val="130"/>
              </a:spcBef>
              <a:buNone/>
            </a:pPr>
            <a:r>
              <a:rPr sz="3000" b="1" spc="-25">
                <a:latin typeface="Times New Roman"/>
                <a:ea typeface="Times New Roman"/>
                <a:cs typeface="Times New Roman"/>
              </a:rPr>
              <a:t>Abstract</a:t>
            </a:r>
            <a:endParaRPr sz="3000" b="1">
              <a:latin typeface="Times New Roman"/>
              <a:ea typeface="Times New Roman"/>
              <a:cs typeface="Times New Roman"/>
            </a:endParaRPr>
          </a:p>
        </p:txBody>
      </p:sp>
      <p:sp>
        <p:nvSpPr>
          <p:cNvPr id="2" name="Date Placeholder 1">
            <a:extLst xmlns:a="http://schemas.openxmlformats.org/drawingml/2006/main">
              <a:ext uri="{FF2B5EF4-FFF2-40B4-BE49-F238E27FC236}">
                <a16:creationId xmlns:a16="http://schemas.microsoft.com/office/drawing/2014/main" id="{7C3D067F-DF0A-3BD2-0B9E-C22E39B7F8C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5F59D98-8042-499D-6156-1CDDB99EBB49}" type="datetime1">
              <a:t>September 2026</a:t>
            </a:fld>
            <a:endParaRPr/>
          </a:p>
        </p:txBody>
      </p:sp>
      <p:sp>
        <p:nvSpPr>
          <p:cNvPr id="5" name="Footer Placeholder 4">
            <a:extLst xmlns:a="http://schemas.openxmlformats.org/drawingml/2006/main">
              <a:ext uri="{FF2B5EF4-FFF2-40B4-BE49-F238E27FC236}">
                <a16:creationId xmlns:a16="http://schemas.microsoft.com/office/drawing/2014/main" id="{E1EFD8C3-C2D0-4BBB-7FD8-43FE2C084A6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6" name="Slide Number Placeholder 5">
            <a:extLst xmlns:a="http://schemas.openxmlformats.org/drawingml/2006/main">
              <a:ext uri="{FF2B5EF4-FFF2-40B4-BE49-F238E27FC236}">
                <a16:creationId xmlns:a16="http://schemas.microsoft.com/office/drawing/2014/main" id="{8BB9991A-41D4-F0AB-EF39-ACE70C817D4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4</a:t>
            </a:fld>
            <a:endParaRPr/>
          </a:p>
        </p:txBody>
      </p:sp>
    </p:spTree>
    <p:extLst>
      <p:ext uri="{BB962C8B-B14F-4D97-AF65-F5344CB8AC3E}">
        <p14:creationId xmlns:p14="http://schemas.microsoft.com/office/powerpoint/2010/main" val="345309793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4" name="Content Placeholder 4"/>
          <p:cNvPicPr>
            <a:picLocks xmlns:a="http://schemas.openxmlformats.org/drawingml/2006/main" noChangeAspect="1"/>
          </p:cNvPicPr>
          <p:nvPr>
            <p:ph idx="1"/>
          </p:nvPr>
        </p:nvPicPr>
        <p:blipFill>
          <a:blip xmlns:r="http://schemas.openxmlformats.org/officeDocument/2006/relationships" xmlns:a="http://schemas.openxmlformats.org/drawingml/2006/main" r:embed="Rc7845d58443747d0"/>
          <a:stretch xmlns:a="http://schemas.openxmlformats.org/drawingml/2006/main">
            <a:fillRect l="0" t="0" r="0" b="0"/>
          </a:stretch>
        </p:blipFill>
        <p:spPr>
          <a:xfrm xmlns:a="http://schemas.openxmlformats.org/drawingml/2006/main">
            <a:off x="794647" y="1374470"/>
            <a:ext cx="10169009" cy="2054530"/>
          </a:xfrm>
          <a:prstGeom xmlns:a="http://schemas.openxmlformats.org/drawingml/2006/main" prst="rect">
            <a:avLst/>
          </a:prstGeom>
        </p:spPr>
      </p:pic>
      <p:sp>
        <p:nvSpPr>
          <p:cNvPr id="4" name="object 2">
            <a:extLst xmlns:a="http://schemas.openxmlformats.org/drawingml/2006/main">
              <a:ext uri="{FF2B5EF4-FFF2-40B4-BE49-F238E27FC236}">
                <a16:creationId xmlns:a16="http://schemas.microsoft.com/office/drawing/2014/main" id="{435FB437-6170-6BA2-1A38-A902855A3E61}"/>
              </a:ext>
            </a:extLst>
          </p:cNvPr>
          <p:cNvSpPr>
            <a:spLocks xmlns:a="http://schemas.openxmlformats.org/drawingml/2006/main" noGrp="1"/>
          </p:cNvSpPr>
          <p:nvPr>
            <p:ph type="title" idx="0"/>
          </p:nvPr>
        </p:nvSpPr>
        <p:spPr>
          <a:xfrm xmlns:a="http://schemas.openxmlformats.org/drawingml/2006/main">
            <a:off x="448056" y="681037"/>
            <a:ext cx="10515600" cy="576696"/>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p xmlns:a="http://schemas.openxmlformats.org/drawingml/2006/main">
            <a:pPr marL="486409">
              <a:lnSpc>
                <a:spcPct val="100000"/>
              </a:lnSpc>
              <a:spcBef>
                <a:spcPts val="130"/>
              </a:spcBef>
              <a:buNone/>
            </a:pPr>
            <a:r>
              <a:rPr sz="3000" b="1" spc="-25">
                <a:latin typeface="Times New Roman"/>
                <a:ea typeface="Times New Roman"/>
                <a:cs typeface="Times New Roman"/>
              </a:rPr>
              <a:t>Literature Review</a:t>
            </a:r>
            <a:endParaRPr sz="3000" b="1">
              <a:latin typeface="Times New Roman"/>
              <a:ea typeface="Times New Roman"/>
              <a:cs typeface="Times New Roman"/>
            </a:endParaRPr>
          </a:p>
        </p:txBody>
      </p:sp>
      <p:pic>
        <p:nvPicPr>
          <p:cNvPr id="16" name="Picture 6"/>
          <p:cNvPicPr>
            <a:picLocks xmlns:a="http://schemas.openxmlformats.org/drawingml/2006/main" noChangeAspect="1"/>
          </p:cNvPicPr>
          <p:nvPr/>
        </p:nvPicPr>
        <p:blipFill>
          <a:blip xmlns:r="http://schemas.openxmlformats.org/officeDocument/2006/relationships" xmlns:a="http://schemas.openxmlformats.org/drawingml/2006/main" r:embed="R27c90210955a4984"/>
          <a:stretch xmlns:a="http://schemas.openxmlformats.org/drawingml/2006/main">
            <a:fillRect l="0" t="0" r="0" b="0"/>
          </a:stretch>
        </p:blipFill>
        <p:spPr>
          <a:xfrm xmlns:a="http://schemas.openxmlformats.org/drawingml/2006/main">
            <a:off x="636858" y="4611603"/>
            <a:ext cx="4017612" cy="487722"/>
          </a:xfrm>
          <a:prstGeom xmlns:a="http://schemas.openxmlformats.org/drawingml/2006/main" prst="rect">
            <a:avLst/>
          </a:prstGeom>
        </p:spPr>
      </p:pic>
      <p:sp>
        <p:nvSpPr>
          <p:cNvPr id="8" name="Date Placeholder 7">
            <a:extLst xmlns:a="http://schemas.openxmlformats.org/drawingml/2006/main">
              <a:ext uri="{FF2B5EF4-FFF2-40B4-BE49-F238E27FC236}">
                <a16:creationId xmlns:a16="http://schemas.microsoft.com/office/drawing/2014/main" id="{913BC6E0-D294-E70D-8B27-13FBFEE5E6F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5F59D98-8042-499D-6156-1CDDB99EBB49}" type="datetime1">
              <a:t>September 2026</a:t>
            </a:fld>
            <a:endParaRPr/>
          </a:p>
        </p:txBody>
      </p:sp>
      <p:sp>
        <p:nvSpPr>
          <p:cNvPr id="9" name="Footer Placeholder 8">
            <a:extLst xmlns:a="http://schemas.openxmlformats.org/drawingml/2006/main">
              <a:ext uri="{FF2B5EF4-FFF2-40B4-BE49-F238E27FC236}">
                <a16:creationId xmlns:a16="http://schemas.microsoft.com/office/drawing/2014/main" id="{1F284BA2-3334-3EC1-0E81-4C90958972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10" name="Slide Number Placeholder 9">
            <a:extLst xmlns:a="http://schemas.openxmlformats.org/drawingml/2006/main">
              <a:ext uri="{FF2B5EF4-FFF2-40B4-BE49-F238E27FC236}">
                <a16:creationId xmlns:a16="http://schemas.microsoft.com/office/drawing/2014/main" id="{5A8F14EB-D02F-8EDE-87F4-A3F7E8D20C4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5</a:t>
            </a:fld>
            <a:endParaRPr/>
          </a:p>
        </p:txBody>
      </p:sp>
      <p:sp>
        <p:nvSpPr>
          <p:cNvPr id="13" name="literature-comparison">
            <a:extLst xmlns:a="http://schemas.openxmlformats.org/drawingml/2006/main">
              <a:ext uri="{FF2B5EF4-FFF2-40B4-BE49-F238E27FC236}">
                <a16:creationId xmlns:a16="http://schemas.microsoft.com/office/drawing/2014/main" id="{8126064A-94E0-45CA-A874-57C3C9860DD8}"/>
              </a:ext>
            </a:extLst>
          </p:cNvPr>
          <p:cNvSpPr>
            <a:spLocks xmlns:a="http://schemas.openxmlformats.org/drawingml/2006/main" noGrp="1"/>
          </p:cNvSpPr>
          <p:nvPr/>
        </p:nvSpPr>
        <p:spPr>
          <a:xfrm xmlns:a="http://schemas.openxmlformats.org/drawingml/2006/main">
            <a:off x="619125" y="1381125"/>
            <a:ext cx="10620375"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txBody>
          <a:bodyPr xmlns:a="http://schemas.openxmlformats.org/drawingml/2006/main"/>
          <a:lstStyle xmlns:a="http://schemas.openxmlformats.org/drawingml/2006/main"/>
          <a:p xmlns:a="http://schemas.openxmlformats.org/drawingml/2006/main">
            <a:pPr>
              <a:defRPr sz="1350">
                <a:solidFill>
                  <a:srgbClr val="243B53"/>
                </a:solidFill>
              </a:defRPr>
            </a:pPr>
            <a:r>
              <a:rPr sz="1350">
                <a:solidFill>
                  <a:srgbClr val="243B53"/>
                </a:solidFill>
              </a:rPr>
              <a:t>STUDY / METHOD / LIMITATION</a:t>
            </a:r>
          </a:p>
          <a:p xmlns:a="http://schemas.openxmlformats.org/drawingml/2006/main">
            <a:pPr>
              <a:defRPr sz="1350">
                <a:solidFill>
                  <a:srgbClr val="243B53"/>
                </a:solidFill>
              </a:defRPr>
            </a:pPr>
            <a:r>
              <a:rPr sz="1350">
                <a:solidFill>
                  <a:srgbClr val="243B53"/>
                </a:solidFill>
              </a:rPr>
              <a:t>Reusens et al. (2018) — labor-market recommenders — reciprocity beyond accuracy; no preparation loop</a:t>
            </a:r>
          </a:p>
          <a:p xmlns:a="http://schemas.openxmlformats.org/drawingml/2006/main">
            <a:pPr>
              <a:defRPr sz="1350">
                <a:solidFill>
                  <a:srgbClr val="243B53"/>
                </a:solidFill>
              </a:defRPr>
            </a:pPr>
            <a:r>
              <a:rPr sz="1350">
                <a:solidFill>
                  <a:srgbClr val="243B53"/>
                </a:solidFill>
              </a:rPr>
              <a:t>Skills2Job (2021) — embeddings + graph — occupation recommendation only</a:t>
            </a:r>
          </a:p>
          <a:p xmlns:a="http://schemas.openxmlformats.org/drawingml/2006/main">
            <a:pPr>
              <a:defRPr sz="1350">
                <a:solidFill>
                  <a:srgbClr val="243B53"/>
                </a:solidFill>
              </a:defRPr>
            </a:pPr>
            <a:r>
              <a:rPr sz="1350">
                <a:solidFill>
                  <a:srgbClr val="243B53"/>
                </a:solidFill>
              </a:rPr>
              <a:t>Kadam et al. (2022) — NLP resume screening — recruiter-centric ranking</a:t>
            </a:r>
          </a:p>
          <a:p xmlns:a="http://schemas.openxmlformats.org/drawingml/2006/main">
            <a:pPr>
              <a:defRPr sz="1350">
                <a:solidFill>
                  <a:srgbClr val="243B53"/>
                </a:solidFill>
              </a:defRPr>
            </a:pPr>
            <a:r>
              <a:rPr sz="1350">
                <a:solidFill>
                  <a:srgbClr val="243B53"/>
                </a:solidFill>
              </a:rPr>
              <a:t>CoBERT (2023) — contextual student employability — no integrated assessment workflow</a:t>
            </a:r>
          </a:p>
          <a:p xmlns:a="http://schemas.openxmlformats.org/drawingml/2006/main">
            <a:pPr>
              <a:defRPr sz="1350">
                <a:solidFill>
                  <a:srgbClr val="243B53"/>
                </a:solidFill>
              </a:defRPr>
            </a:pPr>
            <a:r>
              <a:rPr sz="1350">
                <a:solidFill>
                  <a:srgbClr val="243B53"/>
                </a:solidFill>
              </a:rPr>
              <a:t>ICSSAS (2023) — GNN + NER + TF-IDF/cosine — no timed practice loop</a:t>
            </a:r>
          </a:p>
          <a:p xmlns:a="http://schemas.openxmlformats.org/drawingml/2006/main">
            <a:pPr>
              <a:defRPr sz="1350">
                <a:solidFill>
                  <a:srgbClr val="243B53"/>
                </a:solidFill>
              </a:defRPr>
            </a:pPr>
            <a:r>
              <a:rPr sz="1350">
                <a:solidFill>
                  <a:srgbClr val="243B53"/>
                </a:solidFill>
              </a:rPr>
              <a:t>JobEdKG / CARIA (2024) — skills, courses and competency gaps — domain-specific recommendation</a:t>
            </a:r>
          </a:p>
          <a:p xmlns:a="http://schemas.openxmlformats.org/drawingml/2006/main">
            <a:pPr>
              <a:defRPr sz="1350">
                <a:solidFill>
                  <a:srgbClr val="243B53"/>
                </a:solidFill>
              </a:defRPr>
            </a:pPr>
            <a:r>
              <a:rPr sz="1350">
                <a:solidFill>
                  <a:srgbClr val="243B53"/>
                </a:solidFill>
              </a:rPr>
              <a:t>AI &amp; Society (2025) — generative screening bias — supports bounded, transparent AI use</a:t>
            </a:r>
          </a:p>
        </p:txBody>
      </p:sp>
    </p:spTree>
    <p:extLst>
      <p:ext uri="{BB962C8B-B14F-4D97-AF65-F5344CB8AC3E}">
        <p14:creationId xmlns:p14="http://schemas.microsoft.com/office/powerpoint/2010/main" val="85744972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F07F8AC8-6380-9217-CA4C-1FBF1C25C60E}"/>
              </a:ext>
            </a:extLst>
          </p:cNvPr>
          <p:cNvSpPr>
            <a:spLocks xmlns:a="http://schemas.openxmlformats.org/drawingml/2006/main" noGrp="1"/>
          </p:cNvSpPr>
          <p:nvPr>
            <p:ph idx="1"/>
          </p:nvPr>
        </p:nvSpPr>
        <p:spPr/>
        <p:txBody>
          <a:bodyPr xmlns:a="http://schemas.openxmlformats.org/drawingml/2006/main">
            <a:normAutofit fontScale="100000"/>
          </a:bodyPr>
          <a:lstStyle xmlns:a="http://schemas.openxmlformats.org/drawingml/2006/main"/>
          <a:p xmlns:a="http://schemas.openxmlformats.org/drawingml/2006/main">
            <a:pPr>
              <a:defRPr sz="1650"/>
            </a:pPr>
            <a:r>
              <a:rPr sz="1650">
                <a:latin typeface="Times New Roman"/>
                <a:ea typeface="Times New Roman"/>
                <a:cs typeface="Times New Roman"/>
              </a:rPr>
              <a:t>Most studies solve one stage: resume screening, job recommendation, or competency analysis. The official project addresses the integration gap by connecting owned resume evidence → explainable job fit → prioritized skill gaps → timed practice → scheduling → persistent performance feedback.</a:t>
            </a:r>
          </a:p>
          <a:p xmlns:a="http://schemas.openxmlformats.org/drawingml/2006/main">
            <a:r>
              <a:rPr>
                <a:latin typeface="Times New Roman"/>
                <a:ea typeface="Times New Roman"/>
                <a:cs typeface="Times New Roman"/>
              </a:rPr>
              <a:t/>
            </a:r>
          </a:p>
          <a:p xmlns:a="http://schemas.openxmlformats.org/drawingml/2006/main">
            <a:pPr>
              <a:defRPr sz="1650"/>
            </a:pPr>
            <a:r>
              <a:rPr sz="1650">
                <a:latin typeface="Times New Roman"/>
                <a:ea typeface="Times New Roman"/>
                <a:cs typeface="Times New Roman"/>
              </a:rPr>
              <a:t>Boundary: it supports preparation; it does not replace counsellors or make hiring decisions.</a:t>
            </a:r>
          </a:p>
        </p:txBody>
      </p:sp>
      <p:sp>
        <p:nvSpPr>
          <p:cNvPr id="4" name="object 2">
            <a:extLst xmlns:a="http://schemas.openxmlformats.org/drawingml/2006/main">
              <a:ext uri="{FF2B5EF4-FFF2-40B4-BE49-F238E27FC236}">
                <a16:creationId xmlns:a16="http://schemas.microsoft.com/office/drawing/2014/main" id="{2E07AC55-BA5E-4123-39E6-B79860C6C9EE}"/>
              </a:ext>
            </a:extLst>
          </p:cNvPr>
          <p:cNvSpPr>
            <a:spLocks xmlns:a="http://schemas.openxmlformats.org/drawingml/2006/main" noGrp="1"/>
          </p:cNvSpPr>
          <p:nvPr>
            <p:ph type="title" idx="0"/>
          </p:nvPr>
        </p:nvSpPr>
        <p:spPr>
          <a:xfrm xmlns:a="http://schemas.openxmlformats.org/drawingml/2006/main">
            <a:off x="460248" y="681037"/>
            <a:ext cx="10515600" cy="576696"/>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p xmlns:a="http://schemas.openxmlformats.org/drawingml/2006/main">
            <a:pPr marL="486409">
              <a:lnSpc>
                <a:spcPct val="100000"/>
              </a:lnSpc>
              <a:spcBef>
                <a:spcPts val="130"/>
              </a:spcBef>
              <a:buNone/>
            </a:pPr>
            <a:r>
              <a:rPr sz="3000" b="1">
                <a:latin typeface="Times New Roman"/>
                <a:ea typeface="Times New Roman"/>
                <a:cs typeface="Times New Roman"/>
              </a:rPr>
              <a:t>Research Gap</a:t>
            </a:r>
            <a:endParaRPr sz="3000" b="1">
              <a:latin typeface="Times New Roman"/>
              <a:ea typeface="Times New Roman"/>
              <a:cs typeface="Times New Roman"/>
            </a:endParaRPr>
          </a:p>
        </p:txBody>
      </p:sp>
      <p:sp>
        <p:nvSpPr>
          <p:cNvPr id="2" name="Date Placeholder 1">
            <a:extLst xmlns:a="http://schemas.openxmlformats.org/drawingml/2006/main">
              <a:ext uri="{FF2B5EF4-FFF2-40B4-BE49-F238E27FC236}">
                <a16:creationId xmlns:a16="http://schemas.microsoft.com/office/drawing/2014/main" id="{A2430A72-466B-CBDE-2F02-635BA91A98A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5F59D98-8042-499D-6156-1CDDB99EBB49}" type="datetime1">
              <a:t>September 2026</a:t>
            </a:fld>
            <a:endParaRPr/>
          </a:p>
        </p:txBody>
      </p:sp>
      <p:sp>
        <p:nvSpPr>
          <p:cNvPr id="5" name="Footer Placeholder 4">
            <a:extLst xmlns:a="http://schemas.openxmlformats.org/drawingml/2006/main">
              <a:ext uri="{FF2B5EF4-FFF2-40B4-BE49-F238E27FC236}">
                <a16:creationId xmlns:a16="http://schemas.microsoft.com/office/drawing/2014/main" id="{1711DDA3-7A7C-1F61-1795-3A01ED678FA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6" name="Slide Number Placeholder 5">
            <a:extLst xmlns:a="http://schemas.openxmlformats.org/drawingml/2006/main">
              <a:ext uri="{FF2B5EF4-FFF2-40B4-BE49-F238E27FC236}">
                <a16:creationId xmlns:a16="http://schemas.microsoft.com/office/drawing/2014/main" id="{D94E3226-1DB1-3A4D-CE37-4A2AD48EF1F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6</a:t>
            </a:fld>
            <a:endParaRPr/>
          </a:p>
        </p:txBody>
      </p:sp>
    </p:spTree>
    <p:extLst>
      <p:ext uri="{BB962C8B-B14F-4D97-AF65-F5344CB8AC3E}">
        <p14:creationId xmlns:p14="http://schemas.microsoft.com/office/powerpoint/2010/main" val="262310282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6283ADE1-559A-2DC2-A801-6A915E106C60}"/>
              </a:ext>
            </a:extLst>
          </p:cNvPr>
          <p:cNvSpPr>
            <a:spLocks xmlns:a="http://schemas.openxmlformats.org/drawingml/2006/main" noGrp="1"/>
          </p:cNvSpPr>
          <p:nvPr>
            <p:ph idx="1"/>
          </p:nvPr>
        </p:nvSpPr>
        <p:spPr/>
        <p:txBody>
          <a:bodyPr xmlns:a="http://schemas.openxmlformats.org/drawingml/2006/main">
            <a:normAutofit fontScale="100000"/>
          </a:bodyPr>
          <a:lstStyle xmlns:a="http://schemas.openxmlformats.org/drawingml/2006/main"/>
          <a:p xmlns:a="http://schemas.openxmlformats.org/drawingml/2006/main">
            <a:pPr>
              <a:defRPr sz="1575"/>
            </a:pPr>
            <a:r>
              <a:rPr sz="1575">
                <a:latin typeface="Times New Roman"/>
                <a:ea typeface="Times New Roman"/>
                <a:cs typeface="Times New Roman"/>
              </a:rPr>
              <a:t>• Secure student platform</a:t>
            </a:r>
          </a:p>
          <a:p xmlns:a="http://schemas.openxmlformats.org/drawingml/2006/main">
            <a:pPr>
              <a:defRPr sz="1575"/>
            </a:pPr>
            <a:r>
              <a:rPr sz="1575">
                <a:latin typeface="Times New Roman"/>
                <a:ea typeface="Times New Roman"/>
                <a:cs typeface="Times New Roman"/>
              </a:rPr>
              <a:t>• Deterministic ATS + optional Gemini feedback</a:t>
            </a:r>
          </a:p>
          <a:p xmlns:a="http://schemas.openxmlformats.org/drawingml/2006/main">
            <a:pPr>
              <a:defRPr sz="1575"/>
            </a:pPr>
            <a:r>
              <a:rPr sz="1575">
                <a:latin typeface="Times New Roman"/>
                <a:ea typeface="Times New Roman"/>
                <a:cs typeface="Times New Roman"/>
              </a:rPr>
              <a:t>• Job-specific matching and skill gaps</a:t>
            </a:r>
          </a:p>
          <a:p xmlns:a="http://schemas.openxmlformats.org/drawingml/2006/main">
            <a:pPr>
              <a:defRPr sz="1575"/>
            </a:pPr>
            <a:r>
              <a:rPr sz="1575">
                <a:latin typeface="Times New Roman"/>
                <a:ea typeface="Times New Roman"/>
                <a:cs typeface="Times New Roman"/>
              </a:rPr>
              <a:t>• Technical, aptitude, role and placement assessments</a:t>
            </a:r>
          </a:p>
          <a:p xmlns:a="http://schemas.openxmlformats.org/drawingml/2006/main">
            <a:pPr>
              <a:defRPr sz="1575"/>
            </a:pPr>
            <a:r>
              <a:rPr sz="1575">
                <a:latin typeface="Times New Roman"/>
                <a:ea typeface="Times New Roman"/>
                <a:cs typeface="Times New Roman"/>
              </a:rPr>
              <a:t>• Server-side grading and analytics</a:t>
            </a:r>
          </a:p>
          <a:p xmlns:a="http://schemas.openxmlformats.org/drawingml/2006/main">
            <a:pPr>
              <a:defRPr sz="1575"/>
            </a:pPr>
            <a:r>
              <a:rPr sz="1575">
                <a:latin typeface="Times New Roman"/>
                <a:ea typeface="Times New Roman"/>
                <a:cs typeface="Times New Roman"/>
              </a:rPr>
              <a:t>• Student-owned scheduling and history</a:t>
            </a:r>
          </a:p>
        </p:txBody>
      </p:sp>
      <p:sp>
        <p:nvSpPr>
          <p:cNvPr id="4" name="object 2">
            <a:extLst xmlns:a="http://schemas.openxmlformats.org/drawingml/2006/main">
              <a:ext uri="{FF2B5EF4-FFF2-40B4-BE49-F238E27FC236}">
                <a16:creationId xmlns:a16="http://schemas.microsoft.com/office/drawing/2014/main" id="{22BADD22-870A-4D8F-B788-CCCD5C223F9A}"/>
              </a:ext>
            </a:extLst>
          </p:cNvPr>
          <p:cNvSpPr>
            <a:spLocks xmlns:a="http://schemas.openxmlformats.org/drawingml/2006/main" noGrp="1"/>
          </p:cNvSpPr>
          <p:nvPr>
            <p:ph type="title" idx="0"/>
          </p:nvPr>
        </p:nvSpPr>
        <p:spPr>
          <a:xfrm xmlns:a="http://schemas.openxmlformats.org/drawingml/2006/main">
            <a:off x="460248" y="681037"/>
            <a:ext cx="10515600" cy="576696"/>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p xmlns:a="http://schemas.openxmlformats.org/drawingml/2006/main">
            <a:pPr marL="486409">
              <a:lnSpc>
                <a:spcPct val="100000"/>
              </a:lnSpc>
              <a:spcBef>
                <a:spcPts val="130"/>
              </a:spcBef>
              <a:buNone/>
            </a:pPr>
            <a:r>
              <a:rPr sz="3000" b="1">
                <a:latin typeface="Times New Roman"/>
                <a:ea typeface="Times New Roman"/>
                <a:cs typeface="Times New Roman"/>
              </a:rPr>
              <a:t>Objectives</a:t>
            </a:r>
            <a:endParaRPr sz="3000" b="1">
              <a:latin typeface="Times New Roman"/>
              <a:ea typeface="Times New Roman"/>
              <a:cs typeface="Times New Roman"/>
            </a:endParaRPr>
          </a:p>
        </p:txBody>
      </p:sp>
      <p:sp>
        <p:nvSpPr>
          <p:cNvPr id="2" name="Date Placeholder 1">
            <a:extLst xmlns:a="http://schemas.openxmlformats.org/drawingml/2006/main">
              <a:ext uri="{FF2B5EF4-FFF2-40B4-BE49-F238E27FC236}">
                <a16:creationId xmlns:a16="http://schemas.microsoft.com/office/drawing/2014/main" id="{1BE4F0EB-E8F1-14D8-E22A-38E83F9BFA9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5F59D98-8042-499D-6156-1CDDB99EBB49}" type="datetime1">
              <a:rPr>
                <a:latin typeface="Times New Roman"/>
                <a:ea typeface="Times New Roman"/>
                <a:cs typeface="Times New Roman"/>
              </a:rPr>
              <a:t>September 2026</a:t>
            </a:fld>
            <a:endParaRPr>
              <a:latin typeface="Times New Roman"/>
              <a:ea typeface="Times New Roman"/>
              <a:cs typeface="Times New Roman"/>
            </a:endParaRPr>
          </a:p>
        </p:txBody>
      </p:sp>
      <p:sp>
        <p:nvSpPr>
          <p:cNvPr id="5" name="Footer Placeholder 4">
            <a:extLst xmlns:a="http://schemas.openxmlformats.org/drawingml/2006/main">
              <a:ext uri="{FF2B5EF4-FFF2-40B4-BE49-F238E27FC236}">
                <a16:creationId xmlns:a16="http://schemas.microsoft.com/office/drawing/2014/main" id="{76D8B93F-BA73-08B5-E0DD-D434FA25B92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rPr>
                <a:latin typeface="Times New Roman"/>
                <a:ea typeface="Times New Roman"/>
                <a:cs typeface="Times New Roman"/>
              </a:rPr>
              <a:t>SCOPE</a:t>
            </a:r>
          </a:p>
        </p:txBody>
      </p:sp>
      <p:sp>
        <p:nvSpPr>
          <p:cNvPr id="6" name="Slide Number Placeholder 5">
            <a:extLst xmlns:a="http://schemas.openxmlformats.org/drawingml/2006/main">
              <a:ext uri="{FF2B5EF4-FFF2-40B4-BE49-F238E27FC236}">
                <a16:creationId xmlns:a16="http://schemas.microsoft.com/office/drawing/2014/main" id="{E6BABF72-E9F9-626A-63CD-EA20C0714AB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rPr>
                <a:latin typeface="Times New Roman"/>
                <a:ea typeface="Times New Roman"/>
                <a:cs typeface="Times New Roman"/>
              </a:rPr>
              <a:t>7</a:t>
            </a:fld>
            <a:endParaRPr>
              <a:latin typeface="Times New Roman"/>
              <a:ea typeface="Times New Roman"/>
              <a:cs typeface="Times New Roman"/>
            </a:endParaRPr>
          </a:p>
        </p:txBody>
      </p:sp>
      <p:sp>
        <p:nvSpPr>
          <p:cNvPr id="7" name="TextBox 6">
            <a:extLst xmlns:a="http://schemas.openxmlformats.org/drawingml/2006/main">
              <a:ext uri="{FF2B5EF4-FFF2-40B4-BE49-F238E27FC236}">
                <a16:creationId xmlns:a16="http://schemas.microsoft.com/office/drawing/2014/main" id="{82632EBB-2D05-8D00-7F98-43CBAFAF06ED}"/>
              </a:ext>
            </a:extLst>
          </p:cNvPr>
          <p:cNvSpPr>
            <a:spLocks xmlns:a="http://schemas.openxmlformats.org/drawingml/2006/main" noGrp="1"/>
          </p:cNvSpPr>
          <p:nvPr/>
        </p:nvSpPr>
        <p:spPr>
          <a:xfrm xmlns:a="http://schemas.openxmlformats.org/drawingml/2006/main">
            <a:off x="460248" y="4413148"/>
            <a:ext cx="11523407" cy="8925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defRPr sz="1275"/>
            </a:pPr>
            <a:r>
              <a:rPr sz="1275">
                <a:latin typeface="Times New Roman"/>
                <a:ea typeface="Times New Roman"/>
                <a:cs typeface="Times New Roman"/>
              </a:rPr>
              <a:t>SDG mapping: [GUIDE CONFIRMATION REQUIRED]</a:t>
            </a:r>
          </a:p>
          <a:p xmlns:a="http://schemas.openxmlformats.org/drawingml/2006/main">
            <a:pPr>
              <a:defRPr sz="1275"/>
            </a:pPr>
            <a:r>
              <a:rPr sz="1275">
                <a:latin typeface="Times New Roman"/>
                <a:ea typeface="Times New Roman"/>
                <a:cs typeface="Times New Roman"/>
              </a:rPr>
              <a:t>Outcome: Working Review-2 prototype; publication/product classification pending guide confirmation.</a:t>
            </a:r>
            <a:endParaRPr sz="1600">
              <a:latin typeface="Times New Roman"/>
              <a:ea typeface="Times New Roman"/>
              <a:cs typeface="Times New Roman"/>
            </a:endParaRPr>
          </a:p>
        </p:txBody>
      </p:sp>
      <p:pic>
        <p:nvPicPr>
          <p:cNvPr id="16" name="Picture 7"/>
          <p:cNvPicPr>
            <a:picLocks xmlns:a="http://schemas.openxmlformats.org/drawingml/2006/main" noChangeAspect="1"/>
          </p:cNvPicPr>
          <p:nvPr/>
        </p:nvPicPr>
        <p:blipFill>
          <a:blip xmlns:r="http://schemas.openxmlformats.org/officeDocument/2006/relationships" xmlns:a="http://schemas.openxmlformats.org/drawingml/2006/main" r:embed="R388a77f8cea94484"/>
          <a:stretch xmlns:a="http://schemas.openxmlformats.org/drawingml/2006/main">
            <a:fillRect l="0" t="0" r="0" b="0"/>
          </a:stretch>
        </p:blipFill>
        <p:spPr>
          <a:xfrm xmlns:a="http://schemas.openxmlformats.org/drawingml/2006/main">
            <a:off x="1990701" y="4778273"/>
            <a:ext cx="1968651" cy="1578077"/>
          </a:xfrm>
          <a:prstGeom xmlns:a="http://schemas.openxmlformats.org/drawingml/2006/main" prst="rect">
            <a:avLst/>
          </a:prstGeom>
        </p:spPr>
      </p:pic>
      <p:pic>
        <p:nvPicPr>
          <p:cNvPr id="17" name="Picture 8"/>
          <p:cNvPicPr>
            <a:picLocks xmlns:a="http://schemas.openxmlformats.org/drawingml/2006/main" noChangeAspect="1"/>
          </p:cNvPicPr>
          <p:nvPr/>
        </p:nvPicPr>
        <p:blipFill>
          <a:blip xmlns:r="http://schemas.openxmlformats.org/officeDocument/2006/relationships" xmlns:a="http://schemas.openxmlformats.org/drawingml/2006/main" r:embed="R8b5cf60bbdb1454b"/>
          <a:stretch xmlns:a="http://schemas.openxmlformats.org/drawingml/2006/main">
            <a:fillRect l="0" t="0" r="0" b="0"/>
          </a:stretch>
        </p:blipFill>
        <p:spPr>
          <a:xfrm xmlns:a="http://schemas.openxmlformats.org/drawingml/2006/main">
            <a:off x="5237545" y="4413148"/>
            <a:ext cx="2447027" cy="2232651"/>
          </a:xfrm>
          <a:prstGeom xmlns:a="http://schemas.openxmlformats.org/drawingml/2006/main" prst="rect">
            <a:avLst/>
          </a:prstGeom>
        </p:spPr>
      </p:pic>
    </p:spTree>
    <p:extLst>
      <p:ext uri="{BB962C8B-B14F-4D97-AF65-F5344CB8AC3E}">
        <p14:creationId xmlns:p14="http://schemas.microsoft.com/office/powerpoint/2010/main" val="233596249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5BFBB131-7217-3694-F593-4021591CC64F}"/>
              </a:ext>
            </a:extLst>
          </p:cNvPr>
          <p:cNvSpPr>
            <a:spLocks xmlns:a="http://schemas.openxmlformats.org/drawingml/2006/main" noGrp="1"/>
          </p:cNvSpPr>
          <p:nvPr>
            <p:ph idx="1"/>
          </p:nvPr>
        </p:nvSpPr>
        <p:spPr/>
        <p:txBody>
          <a:bodyPr xmlns:a="http://schemas.openxmlformats.org/drawingml/2006/main">
            <a:normAutofit fontScale="100000"/>
          </a:bodyPr>
          <a:lstStyle xmlns:a="http://schemas.openxmlformats.org/drawingml/2006/main"/>
          <a:p xmlns:a="http://schemas.openxmlformats.org/drawingml/2006/main">
            <a:pPr>
              <a:defRPr sz="1575"/>
            </a:pPr>
            <a:r>
              <a:rPr sz="1575">
                <a:latin typeface="Times New Roman"/>
                <a:ea typeface="Times New Roman"/>
                <a:cs typeface="Times New Roman"/>
              </a:rPr>
              <a:t>React PWA  →  REST/JSON + JWT  →  Spring Boot modular monolith</a:t>
            </a:r>
          </a:p>
          <a:p xmlns:a="http://schemas.openxmlformats.org/drawingml/2006/main">
            <a:pPr>
              <a:defRPr sz="1575"/>
            </a:pPr>
            <a:r>
              <a:rPr sz="1575">
                <a:latin typeface="Times New Roman"/>
                <a:ea typeface="Times New Roman"/>
                <a:cs typeface="Times New Roman"/>
              </a:rPr>
              <a:t>                                      ↙                         ↘</a:t>
            </a:r>
          </a:p>
          <a:p xmlns:a="http://schemas.openxmlformats.org/drawingml/2006/main">
            <a:pPr>
              <a:defRPr sz="1575"/>
            </a:pPr>
            <a:r>
              <a:rPr sz="1575">
                <a:latin typeface="Times New Roman"/>
                <a:ea typeface="Times New Roman"/>
                <a:cs typeface="Times New Roman"/>
              </a:rPr>
              <a:t>                    PostgreSQL + Flyway V12          Gemini API (optional)</a:t>
            </a:r>
          </a:p>
          <a:p xmlns:a="http://schemas.openxmlformats.org/drawingml/2006/main">
            <a:r>
              <a:rPr>
                <a:latin typeface="Times New Roman"/>
                <a:ea typeface="Times New Roman"/>
                <a:cs typeface="Times New Roman"/>
              </a:rPr>
              <a:t/>
            </a:r>
          </a:p>
          <a:p xmlns:a="http://schemas.openxmlformats.org/drawingml/2006/main">
            <a:pPr>
              <a:defRPr sz="1575"/>
            </a:pPr>
            <a:r>
              <a:rPr sz="1575">
                <a:latin typeface="Times New Roman"/>
                <a:ea typeface="Times New Roman"/>
                <a:cs typeface="Times New Roman"/>
              </a:rPr>
              <a:t>Domains: Authentication • Profile • Resume • Analysis • Job Match • Assessment • Scheduling</a:t>
            </a:r>
          </a:p>
        </p:txBody>
      </p:sp>
      <p:sp>
        <p:nvSpPr>
          <p:cNvPr id="4" name="object 2">
            <a:extLst xmlns:a="http://schemas.openxmlformats.org/drawingml/2006/main">
              <a:ext uri="{FF2B5EF4-FFF2-40B4-BE49-F238E27FC236}">
                <a16:creationId xmlns:a16="http://schemas.microsoft.com/office/drawing/2014/main" id="{5DE9EA00-8D77-8DC9-1AE3-8B6FD1AF6BCC}"/>
              </a:ext>
            </a:extLst>
          </p:cNvPr>
          <p:cNvSpPr>
            <a:spLocks xmlns:a="http://schemas.openxmlformats.org/drawingml/2006/main" noGrp="1"/>
          </p:cNvSpPr>
          <p:nvPr>
            <p:ph type="title" idx="0"/>
          </p:nvPr>
        </p:nvSpPr>
        <p:spPr>
          <a:xfrm xmlns:a="http://schemas.openxmlformats.org/drawingml/2006/main">
            <a:off x="460248" y="681037"/>
            <a:ext cx="10515600" cy="576696"/>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p xmlns:a="http://schemas.openxmlformats.org/drawingml/2006/main">
            <a:pPr marL="486409">
              <a:lnSpc>
                <a:spcPct val="100000"/>
              </a:lnSpc>
              <a:spcBef>
                <a:spcPts val="130"/>
              </a:spcBef>
              <a:buNone/>
            </a:pPr>
            <a:r>
              <a:rPr sz="3000" b="1">
                <a:latin typeface="Times New Roman"/>
                <a:ea typeface="Times New Roman"/>
                <a:cs typeface="Times New Roman"/>
              </a:rPr>
              <a:t>Framework/Architecture/Block Diagram</a:t>
            </a:r>
            <a:endParaRPr sz="3000" b="1">
              <a:latin typeface="Times New Roman"/>
              <a:ea typeface="Times New Roman"/>
              <a:cs typeface="Times New Roman"/>
            </a:endParaRPr>
          </a:p>
        </p:txBody>
      </p:sp>
      <p:sp>
        <p:nvSpPr>
          <p:cNvPr id="2" name="Date Placeholder 1">
            <a:extLst xmlns:a="http://schemas.openxmlformats.org/drawingml/2006/main">
              <a:ext uri="{FF2B5EF4-FFF2-40B4-BE49-F238E27FC236}">
                <a16:creationId xmlns:a16="http://schemas.microsoft.com/office/drawing/2014/main" id="{3B40592E-46EE-B4F2-7D01-D3568C2F685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5F59D98-8042-499D-6156-1CDDB99EBB49}" type="datetime1">
              <a:rPr>
                <a:latin typeface="Times New Roman"/>
                <a:ea typeface="Times New Roman"/>
                <a:cs typeface="Times New Roman"/>
              </a:rPr>
              <a:t>September 2026</a:t>
            </a:fld>
            <a:endParaRPr>
              <a:latin typeface="Times New Roman"/>
              <a:ea typeface="Times New Roman"/>
              <a:cs typeface="Times New Roman"/>
            </a:endParaRPr>
          </a:p>
        </p:txBody>
      </p:sp>
      <p:sp>
        <p:nvSpPr>
          <p:cNvPr id="5" name="Footer Placeholder 4">
            <a:extLst xmlns:a="http://schemas.openxmlformats.org/drawingml/2006/main">
              <a:ext uri="{FF2B5EF4-FFF2-40B4-BE49-F238E27FC236}">
                <a16:creationId xmlns:a16="http://schemas.microsoft.com/office/drawing/2014/main" id="{5BCDC439-5940-84EE-247A-E3018795A43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rPr>
                <a:latin typeface="Times New Roman"/>
                <a:ea typeface="Times New Roman"/>
                <a:cs typeface="Times New Roman"/>
              </a:rPr>
              <a:t>SCOPE</a:t>
            </a:r>
          </a:p>
        </p:txBody>
      </p:sp>
      <p:sp>
        <p:nvSpPr>
          <p:cNvPr id="6" name="Slide Number Placeholder 5">
            <a:extLst xmlns:a="http://schemas.openxmlformats.org/drawingml/2006/main">
              <a:ext uri="{FF2B5EF4-FFF2-40B4-BE49-F238E27FC236}">
                <a16:creationId xmlns:a16="http://schemas.microsoft.com/office/drawing/2014/main" id="{A6CB23C8-7091-8CFB-BF2C-3A19CCA810F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rPr>
                <a:latin typeface="Times New Roman"/>
                <a:ea typeface="Times New Roman"/>
                <a:cs typeface="Times New Roman"/>
              </a:rPr>
              <a:t>8</a:t>
            </a:fld>
            <a:endParaRPr>
              <a:latin typeface="Times New Roman"/>
              <a:ea typeface="Times New Roman"/>
              <a:cs typeface="Times New Roman"/>
            </a:endParaRPr>
          </a:p>
        </p:txBody>
      </p:sp>
    </p:spTree>
    <p:extLst>
      <p:ext uri="{BB962C8B-B14F-4D97-AF65-F5344CB8AC3E}">
        <p14:creationId xmlns:p14="http://schemas.microsoft.com/office/powerpoint/2010/main" val="6381353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EEF324FF-B70A-2FC0-8FD0-C802E31DDBD0}"/>
              </a:ext>
            </a:extLst>
          </p:cNvPr>
          <p:cNvSpPr>
            <a:spLocks xmlns:a="http://schemas.openxmlformats.org/drawingml/2006/main" noGrp="1"/>
          </p:cNvSpPr>
          <p:nvPr>
            <p:ph idx="1"/>
          </p:nvPr>
        </p:nvSpPr>
        <p:spPr/>
        <p:txBody>
          <a:bodyPr xmlns:a="http://schemas.openxmlformats.org/drawingml/2006/main">
            <a:normAutofit fontScale="100000"/>
          </a:bodyPr>
          <a:lstStyle xmlns:a="http://schemas.openxmlformats.org/drawingml/2006/main"/>
          <a:p xmlns:a="http://schemas.openxmlformats.org/drawingml/2006/main">
            <a:pPr>
              <a:defRPr sz="1500"/>
            </a:pPr>
            <a:r>
              <a:rPr sz="1500">
                <a:latin typeface="Times New Roman"/>
                <a:ea typeface="Times New Roman"/>
                <a:cs typeface="Times New Roman"/>
              </a:rPr>
              <a:t>FR1 Authentication and protected student access</a:t>
            </a:r>
          </a:p>
          <a:p xmlns:a="http://schemas.openxmlformats.org/drawingml/2006/main">
            <a:pPr>
              <a:defRPr sz="1500"/>
            </a:pPr>
            <a:r>
              <a:rPr sz="1500">
                <a:latin typeface="Times New Roman"/>
                <a:ea typeface="Times New Roman"/>
                <a:cs typeface="Times New Roman"/>
              </a:rPr>
              <a:t>FR2 Profile and skill management</a:t>
            </a:r>
          </a:p>
          <a:p xmlns:a="http://schemas.openxmlformats.org/drawingml/2006/main">
            <a:pPr>
              <a:defRPr sz="1500"/>
            </a:pPr>
            <a:r>
              <a:rPr sz="1500">
                <a:latin typeface="Times New Roman"/>
                <a:ea typeface="Times New Roman"/>
                <a:cs typeface="Times New Roman"/>
              </a:rPr>
              <a:t>FR3 Resume upload, parsing and history</a:t>
            </a:r>
          </a:p>
          <a:p xmlns:a="http://schemas.openxmlformats.org/drawingml/2006/main">
            <a:pPr>
              <a:defRPr sz="1500"/>
            </a:pPr>
            <a:r>
              <a:rPr sz="1500">
                <a:latin typeface="Times New Roman"/>
                <a:ea typeface="Times New Roman"/>
                <a:cs typeface="Times New Roman"/>
              </a:rPr>
              <a:t>FR4 Deterministic + Gemini-assisted analysis</a:t>
            </a:r>
          </a:p>
          <a:p xmlns:a="http://schemas.openxmlformats.org/drawingml/2006/main">
            <a:pPr>
              <a:defRPr sz="1500"/>
            </a:pPr>
            <a:r>
              <a:rPr sz="1500">
                <a:latin typeface="Times New Roman"/>
                <a:ea typeface="Times New Roman"/>
                <a:cs typeface="Times New Roman"/>
              </a:rPr>
              <a:t>FR5 Job matching and prioritized skill gaps</a:t>
            </a:r>
          </a:p>
          <a:p xmlns:a="http://schemas.openxmlformats.org/drawingml/2006/main">
            <a:pPr>
              <a:defRPr sz="1500"/>
            </a:pPr>
            <a:r>
              <a:rPr sz="1500">
                <a:latin typeface="Times New Roman"/>
                <a:ea typeface="Times New Roman"/>
                <a:cs typeface="Times New Roman"/>
              </a:rPr>
              <a:t>FR6 Assessment catalogue and ten-question attempts</a:t>
            </a:r>
          </a:p>
          <a:p xmlns:a="http://schemas.openxmlformats.org/drawingml/2006/main">
            <a:pPr>
              <a:defRPr sz="1500"/>
            </a:pPr>
            <a:r>
              <a:rPr sz="1500">
                <a:latin typeface="Times New Roman"/>
                <a:ea typeface="Times New Roman"/>
                <a:cs typeface="Times New Roman"/>
              </a:rPr>
              <a:t>FR7 Server-authoritative timing, grading and analytics</a:t>
            </a:r>
          </a:p>
          <a:p xmlns:a="http://schemas.openxmlformats.org/drawingml/2006/main">
            <a:pPr>
              <a:defRPr sz="1500"/>
            </a:pPr>
            <a:r>
              <a:rPr sz="1500">
                <a:latin typeface="Times New Roman"/>
                <a:ea typeface="Times New Roman"/>
                <a:cs typeface="Times New Roman"/>
              </a:rPr>
              <a:t>FR8 Student schedule, reschedule, cancel, start and continue</a:t>
            </a:r>
          </a:p>
        </p:txBody>
      </p:sp>
      <p:sp>
        <p:nvSpPr>
          <p:cNvPr id="4" name="object 2">
            <a:extLst xmlns:a="http://schemas.openxmlformats.org/drawingml/2006/main">
              <a:ext uri="{FF2B5EF4-FFF2-40B4-BE49-F238E27FC236}">
                <a16:creationId xmlns:a16="http://schemas.microsoft.com/office/drawing/2014/main" id="{0C9A0194-5820-F292-3A94-449C000E51A7}"/>
              </a:ext>
            </a:extLst>
          </p:cNvPr>
          <p:cNvSpPr>
            <a:spLocks xmlns:a="http://schemas.openxmlformats.org/drawingml/2006/main" noGrp="1"/>
          </p:cNvSpPr>
          <p:nvPr>
            <p:ph type="title" idx="0"/>
          </p:nvPr>
        </p:nvSpPr>
        <p:spPr>
          <a:xfrm xmlns:a="http://schemas.openxmlformats.org/drawingml/2006/main">
            <a:off x="460248" y="681037"/>
            <a:ext cx="10515600" cy="576696"/>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p xmlns:a="http://schemas.openxmlformats.org/drawingml/2006/main">
            <a:pPr marL="486409">
              <a:lnSpc>
                <a:spcPct val="100000"/>
              </a:lnSpc>
              <a:spcBef>
                <a:spcPts val="130"/>
              </a:spcBef>
              <a:buNone/>
            </a:pPr>
            <a:r>
              <a:rPr sz="3000" b="1">
                <a:latin typeface="Times New Roman"/>
                <a:ea typeface="Times New Roman"/>
                <a:cs typeface="Times New Roman"/>
              </a:rPr>
              <a:t>Functional Requirements</a:t>
            </a:r>
            <a:endParaRPr sz="3000" b="1">
              <a:latin typeface="Times New Roman"/>
              <a:ea typeface="Times New Roman"/>
              <a:cs typeface="Times New Roman"/>
            </a:endParaRPr>
          </a:p>
        </p:txBody>
      </p:sp>
      <p:sp>
        <p:nvSpPr>
          <p:cNvPr id="2" name="Date Placeholder 1">
            <a:extLst xmlns:a="http://schemas.openxmlformats.org/drawingml/2006/main">
              <a:ext uri="{FF2B5EF4-FFF2-40B4-BE49-F238E27FC236}">
                <a16:creationId xmlns:a16="http://schemas.microsoft.com/office/drawing/2014/main" id="{D4F25267-3005-EC45-A624-B78484DFA4E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5F59D98-8042-499D-6156-1CDDB99EBB49}" type="datetime1">
              <a:rPr>
                <a:latin typeface="Times New Roman"/>
                <a:ea typeface="Times New Roman"/>
                <a:cs typeface="Times New Roman"/>
              </a:rPr>
              <a:t>September 2026</a:t>
            </a:fld>
            <a:endParaRPr>
              <a:latin typeface="Times New Roman"/>
              <a:ea typeface="Times New Roman"/>
              <a:cs typeface="Times New Roman"/>
            </a:endParaRPr>
          </a:p>
        </p:txBody>
      </p:sp>
      <p:sp>
        <p:nvSpPr>
          <p:cNvPr id="5" name="Footer Placeholder 4">
            <a:extLst xmlns:a="http://schemas.openxmlformats.org/drawingml/2006/main">
              <a:ext uri="{FF2B5EF4-FFF2-40B4-BE49-F238E27FC236}">
                <a16:creationId xmlns:a16="http://schemas.microsoft.com/office/drawing/2014/main" id="{610022FF-AD0C-E15E-5F17-B2827B5546B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rPr>
                <a:latin typeface="Times New Roman"/>
                <a:ea typeface="Times New Roman"/>
                <a:cs typeface="Times New Roman"/>
              </a:rPr>
              <a:t>SCOPE</a:t>
            </a:r>
          </a:p>
        </p:txBody>
      </p:sp>
      <p:sp>
        <p:nvSpPr>
          <p:cNvPr id="6" name="Slide Number Placeholder 5">
            <a:extLst xmlns:a="http://schemas.openxmlformats.org/drawingml/2006/main">
              <a:ext uri="{FF2B5EF4-FFF2-40B4-BE49-F238E27FC236}">
                <a16:creationId xmlns:a16="http://schemas.microsoft.com/office/drawing/2014/main" id="{BD8D6198-8B2C-26FB-53D2-A5B87C95A4F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rPr>
                <a:latin typeface="Times New Roman"/>
                <a:ea typeface="Times New Roman"/>
                <a:cs typeface="Times New Roman"/>
              </a:rPr>
              <a:t>9</a:t>
            </a:fld>
            <a:endParaRPr>
              <a:latin typeface="Times New Roman"/>
              <a:ea typeface="Times New Roman"/>
              <a:cs typeface="Times New Roman"/>
            </a:endParaRPr>
          </a:p>
        </p:txBody>
      </p:sp>
    </p:spTree>
    <p:extLst>
      <p:ext uri="{BB962C8B-B14F-4D97-AF65-F5344CB8AC3E}">
        <p14:creationId xmlns:p14="http://schemas.microsoft.com/office/powerpoint/2010/main" val="319129921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A93F2560-A5FE-A724-8F39-E7E901E8FADC}"/>
              </a:ext>
            </a:extLst>
          </p:cNvPr>
          <p:cNvSpPr>
            <a:spLocks xmlns:a="http://schemas.openxmlformats.org/drawingml/2006/main" noGrp="1"/>
          </p:cNvSpPr>
          <p:nvPr>
            <p:ph idx="1"/>
          </p:nvPr>
        </p:nvSpPr>
        <p:spPr/>
        <p:txBody>
          <a:bodyPr xmlns:a="http://schemas.openxmlformats.org/drawingml/2006/main">
            <a:normAutofit fontScale="100000"/>
          </a:bodyPr>
          <a:lstStyle xmlns:a="http://schemas.openxmlformats.org/drawingml/2006/main"/>
          <a:p xmlns:a="http://schemas.openxmlformats.org/drawingml/2006/main">
            <a:pPr>
              <a:defRPr sz="1575"/>
            </a:pPr>
            <a:r>
              <a:rPr sz="1575">
                <a:latin typeface="Times New Roman"/>
                <a:ea typeface="Times New Roman"/>
                <a:cs typeface="Times New Roman"/>
              </a:rPr>
              <a:t>COMPLETED / SUBSTANTIALLY COMPLETED</a:t>
            </a:r>
          </a:p>
          <a:p xmlns:a="http://schemas.openxmlformats.org/drawingml/2006/main">
            <a:pPr>
              <a:defRPr sz="1575"/>
            </a:pPr>
            <a:r>
              <a:rPr sz="1575">
                <a:latin typeface="Times New Roman"/>
                <a:ea typeface="Times New Roman"/>
                <a:cs typeface="Times New Roman"/>
              </a:rPr>
              <a:t>Authentication • Profile • Resume Management • ATS Analysis • Gemini Retry/Fallback • Job Match • Skill Gap • Assessments • Placement Mocks • Results • Student Scheduling</a:t>
            </a:r>
          </a:p>
          <a:p xmlns:a="http://schemas.openxmlformats.org/drawingml/2006/main">
            <a:r>
              <a:rPr>
                <a:latin typeface="Times New Roman"/>
                <a:ea typeface="Times New Roman"/>
                <a:cs typeface="Times New Roman"/>
              </a:rPr>
              <a:t/>
            </a:r>
          </a:p>
          <a:p xmlns:a="http://schemas.openxmlformats.org/drawingml/2006/main">
            <a:pPr>
              <a:defRPr sz="1575"/>
            </a:pPr>
            <a:r>
              <a:rPr sz="1575">
                <a:latin typeface="Times New Roman"/>
                <a:ea typeface="Times New Roman"/>
                <a:cs typeface="Times New Roman"/>
              </a:rPr>
              <a:t>PLANNED</a:t>
            </a:r>
          </a:p>
          <a:p xmlns:a="http://schemas.openxmlformats.org/drawingml/2006/main">
            <a:pPr>
              <a:defRPr sz="1575"/>
            </a:pPr>
            <a:r>
              <a:rPr sz="1575">
                <a:latin typeface="Times New Roman"/>
                <a:ea typeface="Times New Roman"/>
                <a:cs typeface="Times New Roman"/>
              </a:rPr>
              <a:t>Personalized recommendations • Notifications • Proctoring • Combined readiness score • Deployment • Final UI polish</a:t>
            </a:r>
          </a:p>
        </p:txBody>
      </p:sp>
      <p:sp>
        <p:nvSpPr>
          <p:cNvPr id="4" name="object 2">
            <a:extLst xmlns:a="http://schemas.openxmlformats.org/drawingml/2006/main">
              <a:ext uri="{FF2B5EF4-FFF2-40B4-BE49-F238E27FC236}">
                <a16:creationId xmlns:a16="http://schemas.microsoft.com/office/drawing/2014/main" id="{B27DA514-48FC-4BF4-8205-DE21D456C5FF}"/>
              </a:ext>
            </a:extLst>
          </p:cNvPr>
          <p:cNvSpPr>
            <a:spLocks xmlns:a="http://schemas.openxmlformats.org/drawingml/2006/main" noGrp="1"/>
          </p:cNvSpPr>
          <p:nvPr>
            <p:ph type="title" idx="0"/>
          </p:nvPr>
        </p:nvSpPr>
        <p:spPr>
          <a:xfrm xmlns:a="http://schemas.openxmlformats.org/drawingml/2006/main">
            <a:off x="460248" y="681037"/>
            <a:ext cx="10515600" cy="576696"/>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p xmlns:a="http://schemas.openxmlformats.org/drawingml/2006/main">
            <a:pPr marL="486409">
              <a:lnSpc>
                <a:spcPct val="100000"/>
              </a:lnSpc>
              <a:spcBef>
                <a:spcPts val="130"/>
              </a:spcBef>
              <a:buNone/>
            </a:pPr>
            <a:r>
              <a:rPr sz="3000" b="1">
                <a:latin typeface="Times New Roman"/>
                <a:ea typeface="Times New Roman"/>
                <a:cs typeface="Times New Roman"/>
              </a:rPr>
              <a:t>Modules</a:t>
            </a:r>
            <a:endParaRPr sz="3000" b="1">
              <a:latin typeface="Times New Roman"/>
              <a:ea typeface="Times New Roman"/>
              <a:cs typeface="Times New Roman"/>
            </a:endParaRPr>
          </a:p>
        </p:txBody>
      </p:sp>
      <p:sp>
        <p:nvSpPr>
          <p:cNvPr id="2" name="Date Placeholder 1">
            <a:extLst xmlns:a="http://schemas.openxmlformats.org/drawingml/2006/main">
              <a:ext uri="{FF2B5EF4-FFF2-40B4-BE49-F238E27FC236}">
                <a16:creationId xmlns:a16="http://schemas.microsoft.com/office/drawing/2014/main" id="{D74A04E0-6631-130F-A154-C85D978EA39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5F59D98-8042-499D-6156-1CDDB99EBB49}" type="datetime1">
              <a:rPr>
                <a:latin typeface="Times New Roman"/>
                <a:ea typeface="Times New Roman"/>
                <a:cs typeface="Times New Roman"/>
              </a:rPr>
              <a:t>September 2026</a:t>
            </a:fld>
            <a:endParaRPr>
              <a:latin typeface="Times New Roman"/>
              <a:ea typeface="Times New Roman"/>
              <a:cs typeface="Times New Roman"/>
            </a:endParaRPr>
          </a:p>
        </p:txBody>
      </p:sp>
      <p:sp>
        <p:nvSpPr>
          <p:cNvPr id="5" name="Footer Placeholder 4">
            <a:extLst xmlns:a="http://schemas.openxmlformats.org/drawingml/2006/main">
              <a:ext uri="{FF2B5EF4-FFF2-40B4-BE49-F238E27FC236}">
                <a16:creationId xmlns:a16="http://schemas.microsoft.com/office/drawing/2014/main" id="{39615995-EDEB-C984-B852-1229C23B1A0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rPr>
                <a:latin typeface="Times New Roman"/>
                <a:ea typeface="Times New Roman"/>
                <a:cs typeface="Times New Roman"/>
              </a:rPr>
              <a:t>SCOPE</a:t>
            </a:r>
          </a:p>
        </p:txBody>
      </p:sp>
      <p:sp>
        <p:nvSpPr>
          <p:cNvPr id="6" name="Slide Number Placeholder 5">
            <a:extLst xmlns:a="http://schemas.openxmlformats.org/drawingml/2006/main">
              <a:ext uri="{FF2B5EF4-FFF2-40B4-BE49-F238E27FC236}">
                <a16:creationId xmlns:a16="http://schemas.microsoft.com/office/drawing/2014/main" id="{067F5109-389C-3E37-E553-A559233EFD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rPr>
                <a:latin typeface="Times New Roman"/>
                <a:ea typeface="Times New Roman"/>
                <a:cs typeface="Times New Roman"/>
              </a:rPr>
              <a:t>10</a:t>
            </a:fld>
            <a:endParaRPr>
              <a:latin typeface="Times New Roman"/>
              <a:ea typeface="Times New Roman"/>
              <a:cs typeface="Times New Roman"/>
            </a:endParaRPr>
          </a:p>
        </p:txBody>
      </p:sp>
    </p:spTree>
    <p:extLst>
      <p:ext uri="{BB962C8B-B14F-4D97-AF65-F5344CB8AC3E}">
        <p14:creationId xmlns:p14="http://schemas.microsoft.com/office/powerpoint/2010/main" val="379987032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DFB67973-736B-B05D-D378-DA7CBE3EBDAD}"/>
              </a:ext>
            </a:extLst>
          </p:cNvPr>
          <p:cNvSpPr>
            <a:spLocks xmlns:a="http://schemas.openxmlformats.org/drawingml/2006/main" noGrp="1"/>
          </p:cNvSpPr>
          <p:nvPr>
            <p:ph idx="1"/>
          </p:nvPr>
        </p:nvSpPr>
        <p:spPr/>
        <p:txBody>
          <a:bodyPr xmlns:a="http://schemas.openxmlformats.org/drawingml/2006/main">
            <a:normAutofit fontScale="100000"/>
          </a:bodyPr>
          <a:lstStyle xmlns:a="http://schemas.openxmlformats.org/drawingml/2006/main"/>
          <a:p xmlns:a="http://schemas.openxmlformats.org/drawingml/2006/main">
            <a:pPr>
              <a:defRPr sz="1425"/>
            </a:pPr>
            <a:r>
              <a:rPr sz="1425">
                <a:latin typeface="Times New Roman"/>
                <a:ea typeface="Times New Roman"/>
                <a:cs typeface="Times New Roman"/>
              </a:rPr>
              <a:t>AUTOMATED VERIFIED</a:t>
            </a:r>
          </a:p>
          <a:p xmlns:a="http://schemas.openxmlformats.org/drawingml/2006/main">
            <a:pPr>
              <a:defRPr sz="1425"/>
            </a:pPr>
            <a:r>
              <a:rPr sz="1425">
                <a:latin typeface="Times New Roman"/>
                <a:ea typeface="Times New Roman"/>
                <a:cs typeface="Times New Roman"/>
              </a:rPr>
              <a:t>• Maven clean test: 62 tests; 0 failures; 0 errors; 3 skipped live-provider tests</a:t>
            </a:r>
          </a:p>
          <a:p xmlns:a="http://schemas.openxmlformats.org/drawingml/2006/main">
            <a:pPr>
              <a:defRPr sz="1425"/>
            </a:pPr>
            <a:r>
              <a:rPr sz="1425">
                <a:latin typeface="Times New Roman"/>
                <a:ea typeface="Times New Roman"/>
                <a:cs typeface="Times New Roman"/>
              </a:rPr>
              <a:t>• Maven clean package: PASS</a:t>
            </a:r>
          </a:p>
          <a:p xmlns:a="http://schemas.openxmlformats.org/drawingml/2006/main">
            <a:pPr>
              <a:defRPr sz="1425"/>
            </a:pPr>
            <a:r>
              <a:rPr sz="1425">
                <a:latin typeface="Times New Roman"/>
                <a:ea typeface="Times New Roman"/>
                <a:cs typeface="Times New Roman"/>
              </a:rPr>
              <a:t>• Frontend production build: PASS in Phase verification</a:t>
            </a:r>
          </a:p>
          <a:p xmlns:a="http://schemas.openxmlformats.org/drawingml/2006/main">
            <a:pPr>
              <a:defRPr sz="1425"/>
            </a:pPr>
            <a:r>
              <a:rPr sz="1425">
                <a:latin typeface="Times New Roman"/>
                <a:ea typeface="Times New Roman"/>
                <a:cs typeface="Times New Roman"/>
              </a:rPr>
              <a:t>• Flyway: 12 migrations; live schema V12</a:t>
            </a:r>
          </a:p>
          <a:p xmlns:a="http://schemas.openxmlformats.org/drawingml/2006/main">
            <a:r>
              <a:rPr>
                <a:latin typeface="Times New Roman"/>
                <a:ea typeface="Times New Roman"/>
                <a:cs typeface="Times New Roman"/>
              </a:rPr>
              <a:t/>
            </a:r>
          </a:p>
          <a:p xmlns:a="http://schemas.openxmlformats.org/drawingml/2006/main">
            <a:pPr>
              <a:defRPr sz="1425"/>
            </a:pPr>
            <a:r>
              <a:rPr sz="1425">
                <a:latin typeface="Times New Roman"/>
                <a:ea typeface="Times New Roman"/>
                <a:cs typeface="Times New Roman"/>
              </a:rPr>
              <a:t>IMPLEMENTATION EVIDENCE</a:t>
            </a:r>
          </a:p>
          <a:p xmlns:a="http://schemas.openxmlformats.org/drawingml/2006/main">
            <a:pPr>
              <a:defRPr sz="1425"/>
            </a:pPr>
            <a:r>
              <a:rPr sz="1425">
                <a:latin typeface="Times New Roman"/>
                <a:ea typeface="Times New Roman"/>
                <a:cs typeface="Times New Roman"/>
              </a:rPr>
              <a:t>• Ten persisted, non-duplicate questions per attempt</a:t>
            </a:r>
          </a:p>
          <a:p xmlns:a="http://schemas.openxmlformats.org/drawingml/2006/main">
            <a:pPr>
              <a:defRPr sz="1425"/>
            </a:pPr>
            <a:r>
              <a:rPr sz="1425">
                <a:latin typeface="Times New Roman"/>
                <a:ea typeface="Times New Roman"/>
                <a:cs typeface="Times New Roman"/>
              </a:rPr>
              <a:t>• Answer keys hidden before submission</a:t>
            </a:r>
          </a:p>
          <a:p xmlns:a="http://schemas.openxmlformats.org/drawingml/2006/main">
            <a:pPr>
              <a:defRPr sz="1425"/>
            </a:pPr>
            <a:r>
              <a:rPr sz="1425">
                <a:latin typeface="Times New Roman"/>
                <a:ea typeface="Times New Roman"/>
                <a:cs typeface="Times New Roman"/>
              </a:rPr>
              <a:t>• Deterministic grading, ownership and immutable history</a:t>
            </a:r>
          </a:p>
          <a:p xmlns:a="http://schemas.openxmlformats.org/drawingml/2006/main">
            <a:pPr>
              <a:defRPr sz="1425"/>
            </a:pPr>
            <a:r>
              <a:rPr sz="1425">
                <a:latin typeface="Times New Roman"/>
                <a:ea typeface="Times New Roman"/>
                <a:cs typeface="Times New Roman"/>
              </a:rPr>
              <a:t>• Student-owned schedule lifecycle</a:t>
            </a:r>
          </a:p>
          <a:p xmlns:a="http://schemas.openxmlformats.org/drawingml/2006/main">
            <a:r>
              <a:rPr>
                <a:latin typeface="Times New Roman"/>
                <a:ea typeface="Times New Roman"/>
                <a:cs typeface="Times New Roman"/>
              </a:rPr>
              <a:t/>
            </a:r>
          </a:p>
          <a:p xmlns:a="http://schemas.openxmlformats.org/drawingml/2006/main">
            <a:pPr>
              <a:defRPr sz="1425"/>
            </a:pPr>
            <a:r>
              <a:rPr sz="1425">
                <a:latin typeface="Times New Roman"/>
                <a:ea typeface="Times New Roman"/>
                <a:cs typeface="Times New Roman"/>
              </a:rPr>
              <a:t>Review-2 estimate: approximately 72%</a:t>
            </a:r>
          </a:p>
        </p:txBody>
      </p:sp>
      <p:sp>
        <p:nvSpPr>
          <p:cNvPr id="4" name="object 2">
            <a:extLst xmlns:a="http://schemas.openxmlformats.org/drawingml/2006/main">
              <a:ext uri="{FF2B5EF4-FFF2-40B4-BE49-F238E27FC236}">
                <a16:creationId xmlns:a16="http://schemas.microsoft.com/office/drawing/2014/main" id="{E386D544-A80A-B599-44C7-B40BA6ECC63C}"/>
              </a:ext>
            </a:extLst>
          </p:cNvPr>
          <p:cNvSpPr>
            <a:spLocks xmlns:a="http://schemas.openxmlformats.org/drawingml/2006/main" noGrp="1"/>
          </p:cNvSpPr>
          <p:nvPr>
            <p:ph type="title" idx="0"/>
          </p:nvPr>
        </p:nvSpPr>
        <p:spPr>
          <a:xfrm xmlns:a="http://schemas.openxmlformats.org/drawingml/2006/main">
            <a:off x="460248" y="681037"/>
            <a:ext cx="10515600" cy="576696"/>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p xmlns:a="http://schemas.openxmlformats.org/drawingml/2006/main">
            <a:pPr marL="486409">
              <a:lnSpc>
                <a:spcPct val="100000"/>
              </a:lnSpc>
              <a:spcBef>
                <a:spcPts val="130"/>
              </a:spcBef>
              <a:buNone/>
            </a:pPr>
            <a:r>
              <a:rPr sz="3000" b="1">
                <a:latin typeface="Times New Roman"/>
                <a:ea typeface="Times New Roman"/>
                <a:cs typeface="Times New Roman"/>
              </a:rPr>
              <a:t>Experiments and Results</a:t>
            </a:r>
            <a:endParaRPr sz="3000" b="1">
              <a:latin typeface="Times New Roman"/>
              <a:ea typeface="Times New Roman"/>
              <a:cs typeface="Times New Roman"/>
            </a:endParaRPr>
          </a:p>
        </p:txBody>
      </p:sp>
      <p:sp>
        <p:nvSpPr>
          <p:cNvPr id="2" name="Date Placeholder 1">
            <a:extLst xmlns:a="http://schemas.openxmlformats.org/drawingml/2006/main">
              <a:ext uri="{FF2B5EF4-FFF2-40B4-BE49-F238E27FC236}">
                <a16:creationId xmlns:a16="http://schemas.microsoft.com/office/drawing/2014/main" id="{5D376B32-FA12-4961-0DBF-EE57A7705BF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5F59D98-8042-499D-6156-1CDDB99EBB49}" type="datetime1">
              <a:rPr>
                <a:latin typeface="Times New Roman"/>
                <a:ea typeface="Times New Roman"/>
                <a:cs typeface="Times New Roman"/>
              </a:rPr>
              <a:t>September 2026</a:t>
            </a:fld>
            <a:endParaRPr>
              <a:latin typeface="Times New Roman"/>
              <a:ea typeface="Times New Roman"/>
              <a:cs typeface="Times New Roman"/>
            </a:endParaRPr>
          </a:p>
        </p:txBody>
      </p:sp>
      <p:sp>
        <p:nvSpPr>
          <p:cNvPr id="5" name="Footer Placeholder 4">
            <a:extLst xmlns:a="http://schemas.openxmlformats.org/drawingml/2006/main">
              <a:ext uri="{FF2B5EF4-FFF2-40B4-BE49-F238E27FC236}">
                <a16:creationId xmlns:a16="http://schemas.microsoft.com/office/drawing/2014/main" id="{8B0EF323-27AB-5372-4287-A24CA541146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rPr>
                <a:latin typeface="Times New Roman"/>
                <a:ea typeface="Times New Roman"/>
                <a:cs typeface="Times New Roman"/>
              </a:rPr>
              <a:t>SCOPE</a:t>
            </a:r>
          </a:p>
        </p:txBody>
      </p:sp>
      <p:sp>
        <p:nvSpPr>
          <p:cNvPr id="6" name="Slide Number Placeholder 5">
            <a:extLst xmlns:a="http://schemas.openxmlformats.org/drawingml/2006/main">
              <a:ext uri="{FF2B5EF4-FFF2-40B4-BE49-F238E27FC236}">
                <a16:creationId xmlns:a16="http://schemas.microsoft.com/office/drawing/2014/main" id="{76AAAC16-1233-230F-5D3B-645E6B2832A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rPr>
                <a:latin typeface="Times New Roman"/>
                <a:ea typeface="Times New Roman"/>
                <a:cs typeface="Times New Roman"/>
              </a:rPr>
              <a:t>11</a:t>
            </a:fld>
            <a:endParaRPr>
              <a:latin typeface="Times New Roman"/>
              <a:ea typeface="Times New Roman"/>
              <a:cs typeface="Times New Roman"/>
            </a:endParaRPr>
          </a:p>
        </p:txBody>
      </p:sp>
    </p:spTree>
    <p:extLst>
      <p:ext uri="{BB962C8B-B14F-4D97-AF65-F5344CB8AC3E}">
        <p14:creationId xmlns:p14="http://schemas.microsoft.com/office/powerpoint/2010/main" val="366618880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004F33DD-84F0-A7F9-A1DC-A4DEA1A7D846}"/>
              </a:ext>
            </a:extLst>
          </p:cNvPr>
          <p:cNvSpPr>
            <a:spLocks xmlns:a="http://schemas.openxmlformats.org/drawingml/2006/main" noGrp="1"/>
          </p:cNvSpPr>
          <p:nvPr>
            <p:ph idx="1"/>
          </p:nvPr>
        </p:nvSpPr>
        <p:spPr/>
        <p:txBody>
          <a:bodyPr xmlns:a="http://schemas.openxmlformats.org/drawingml/2006/main">
            <a:normAutofit fontScale="100000"/>
          </a:bodyPr>
          <a:lstStyle xmlns:a="http://schemas.openxmlformats.org/drawingml/2006/main"/>
          <a:p xmlns:a="http://schemas.openxmlformats.org/drawingml/2006/main">
            <a:pPr>
              <a:defRPr sz="1500"/>
            </a:pPr>
            <a:r>
              <a:rPr sz="1500">
                <a:latin typeface="Times New Roman"/>
                <a:ea typeface="Times New Roman"/>
                <a:cs typeface="Times New Roman"/>
              </a:rPr>
              <a:t>Intelligent Career Guidance and Resume Optimization Platform Using AI now demonstrates an integrated student workflow from resume evidence to job fit, skill gaps, assessment practice, scheduling, and results. Core decisions remain deterministic and explainable; Gemini adds bounded qualitative assistance with graceful fallback. The current milestone is approximately 72% complete. Next work: personalization, reminders, proctoring, deployment, final testing and polish.</a:t>
            </a:r>
          </a:p>
        </p:txBody>
      </p:sp>
      <p:sp>
        <p:nvSpPr>
          <p:cNvPr id="4" name="object 2">
            <a:extLst xmlns:a="http://schemas.openxmlformats.org/drawingml/2006/main">
              <a:ext uri="{FF2B5EF4-FFF2-40B4-BE49-F238E27FC236}">
                <a16:creationId xmlns:a16="http://schemas.microsoft.com/office/drawing/2014/main" id="{3754A46F-4AC3-5AF1-0B78-C0B5112BD14C}"/>
              </a:ext>
            </a:extLst>
          </p:cNvPr>
          <p:cNvSpPr>
            <a:spLocks xmlns:a="http://schemas.openxmlformats.org/drawingml/2006/main" noGrp="1"/>
          </p:cNvSpPr>
          <p:nvPr>
            <p:ph type="title" idx="0"/>
          </p:nvPr>
        </p:nvSpPr>
        <p:spPr>
          <a:xfrm xmlns:a="http://schemas.openxmlformats.org/drawingml/2006/main">
            <a:off x="460248" y="681037"/>
            <a:ext cx="10515600" cy="576696"/>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p xmlns:a="http://schemas.openxmlformats.org/drawingml/2006/main">
            <a:pPr marL="486409">
              <a:lnSpc>
                <a:spcPct val="100000"/>
              </a:lnSpc>
              <a:spcBef>
                <a:spcPts val="130"/>
              </a:spcBef>
              <a:buNone/>
            </a:pPr>
            <a:r>
              <a:rPr sz="3000" b="1">
                <a:latin typeface="Times New Roman"/>
                <a:ea typeface="Times New Roman"/>
                <a:cs typeface="Times New Roman"/>
              </a:rPr>
              <a:t>Conclusion</a:t>
            </a:r>
            <a:endParaRPr sz="3000" b="1">
              <a:latin typeface="Times New Roman"/>
              <a:ea typeface="Times New Roman"/>
              <a:cs typeface="Times New Roman"/>
            </a:endParaRPr>
          </a:p>
        </p:txBody>
      </p:sp>
      <p:sp>
        <p:nvSpPr>
          <p:cNvPr id="2" name="Date Placeholder 1">
            <a:extLst xmlns:a="http://schemas.openxmlformats.org/drawingml/2006/main">
              <a:ext uri="{FF2B5EF4-FFF2-40B4-BE49-F238E27FC236}">
                <a16:creationId xmlns:a16="http://schemas.microsoft.com/office/drawing/2014/main" id="{851BAA61-633E-E24B-7DEE-4B2A2B1FA9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5F59D98-8042-499D-6156-1CDDB99EBB49}" type="datetime1">
              <a:rPr>
                <a:latin typeface="Times New Roman"/>
                <a:ea typeface="Times New Roman"/>
                <a:cs typeface="Times New Roman"/>
              </a:rPr>
              <a:t>September 2026</a:t>
            </a:fld>
            <a:endParaRPr>
              <a:latin typeface="Times New Roman"/>
              <a:ea typeface="Times New Roman"/>
              <a:cs typeface="Times New Roman"/>
            </a:endParaRPr>
          </a:p>
        </p:txBody>
      </p:sp>
      <p:sp>
        <p:nvSpPr>
          <p:cNvPr id="5" name="Footer Placeholder 4">
            <a:extLst xmlns:a="http://schemas.openxmlformats.org/drawingml/2006/main">
              <a:ext uri="{FF2B5EF4-FFF2-40B4-BE49-F238E27FC236}">
                <a16:creationId xmlns:a16="http://schemas.microsoft.com/office/drawing/2014/main" id="{AB93C553-2D0C-5A0A-39DC-21C43BD88BF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rPr>
                <a:latin typeface="Times New Roman"/>
                <a:ea typeface="Times New Roman"/>
                <a:cs typeface="Times New Roman"/>
              </a:rPr>
              <a:t>SCOPE</a:t>
            </a:r>
          </a:p>
        </p:txBody>
      </p:sp>
      <p:sp>
        <p:nvSpPr>
          <p:cNvPr id="6" name="Slide Number Placeholder 5">
            <a:extLst xmlns:a="http://schemas.openxmlformats.org/drawingml/2006/main">
              <a:ext uri="{FF2B5EF4-FFF2-40B4-BE49-F238E27FC236}">
                <a16:creationId xmlns:a16="http://schemas.microsoft.com/office/drawing/2014/main" id="{6BF7A7E9-45BE-62F4-D3A6-F19DC6ABEDE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rPr>
                <a:latin typeface="Times New Roman"/>
                <a:ea typeface="Times New Roman"/>
                <a:cs typeface="Times New Roman"/>
              </a:rPr>
              <a:t>12</a:t>
            </a:fld>
            <a:endParaRPr>
              <a:latin typeface="Times New Roman"/>
              <a:ea typeface="Times New Roman"/>
              <a:cs typeface="Times New Roman"/>
            </a:endParaRPr>
          </a:p>
        </p:txBody>
      </p:sp>
    </p:spTree>
    <p:extLst>
      <p:ext uri="{BB962C8B-B14F-4D97-AF65-F5344CB8AC3E}">
        <p14:creationId xmlns:p14="http://schemas.microsoft.com/office/powerpoint/2010/main" val="131749873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 name="object 2">
            <a:extLst xmlns:a="http://schemas.openxmlformats.org/drawingml/2006/main">
              <a:ext uri="{FF2B5EF4-FFF2-40B4-BE49-F238E27FC236}">
                <a16:creationId xmlns:a16="http://schemas.microsoft.com/office/drawing/2014/main" id="{7CFC0C65-61CC-E657-43F7-99C8E5362448}"/>
              </a:ext>
            </a:extLst>
          </p:cNvPr>
          <p:cNvSpPr>
            <a:spLocks xmlns:a="http://schemas.openxmlformats.org/drawingml/2006/main" noGrp="1"/>
          </p:cNvSpPr>
          <p:nvPr>
            <p:ph type="title" idx="0"/>
          </p:nvPr>
        </p:nvSpPr>
        <p:spPr>
          <a:xfrm xmlns:a="http://schemas.openxmlformats.org/drawingml/2006/main">
            <a:off x="460248" y="681037"/>
            <a:ext cx="10515600" cy="576696"/>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p xmlns:a="http://schemas.openxmlformats.org/drawingml/2006/main">
            <a:pPr marL="486409">
              <a:lnSpc>
                <a:spcPct val="100000"/>
              </a:lnSpc>
              <a:spcBef>
                <a:spcPts val="130"/>
              </a:spcBef>
              <a:buNone/>
            </a:pPr>
            <a:r>
              <a:rPr sz="3000" b="1">
                <a:latin typeface="Times New Roman"/>
                <a:ea typeface="Times New Roman"/>
                <a:cs typeface="Times New Roman"/>
              </a:rPr>
              <a:t>References</a:t>
            </a:r>
            <a:endParaRPr sz="3000" b="1">
              <a:latin typeface="Times New Roman"/>
              <a:ea typeface="Times New Roman"/>
              <a:cs typeface="Times New Roman"/>
            </a:endParaRPr>
          </a:p>
        </p:txBody>
      </p:sp>
      <p:sp>
        <p:nvSpPr>
          <p:cNvPr id="2" name="Rectangle 3">
            <a:extLst xmlns:a="http://schemas.openxmlformats.org/drawingml/2006/main">
              <a:ext uri="{FF2B5EF4-FFF2-40B4-BE49-F238E27FC236}">
                <a16:creationId xmlns:a16="http://schemas.microsoft.com/office/drawing/2014/main" id="{CC4F09CD-956A-B8B3-1183-9C28C80DDB9A}"/>
              </a:ext>
            </a:extLst>
          </p:cNvPr>
          <p:cNvSpPr>
            <a:spLocks xmlns:a="http://schemas.openxmlformats.org/drawingml/2006/main" noGrp="1"/>
          </p:cNvSpPr>
          <p:nvPr>
            <p:ph idx="1"/>
          </p:nvPr>
        </p:nvSpPr>
        <p:spPr>
          <a:xfrm xmlns:a="http://schemas.openxmlformats.org/drawingml/2006/main">
            <a:off x="545592" y="1442399"/>
            <a:ext cx="10515600" cy="4480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ctr">
            <a:spAutoFit/>
          </a:bodyPr>
          <a:lstStyle xmlns:a="http://schemas.openxmlformats.org/drawingml/2006/main"/>
          <a:p xmlns:a="http://schemas.openxmlformats.org/drawingml/2006/main">
            <a:pPr marL="0" indent="0">
              <a:lnSpc>
                <a:spcPct val="100000"/>
              </a:lnSpc>
              <a:spcBef>
                <a:spcPct val="0"/>
              </a:spcBef>
              <a:spcAft>
                <a:spcPct val="0"/>
              </a:spcAft>
              <a:buNone/>
              <a:defRPr sz="1200"/>
            </a:pPr>
            <a:r>
              <a:rPr sz="1200">
                <a:latin typeface="Times New Roman"/>
                <a:ea typeface="Times New Roman"/>
                <a:cs typeface="Times New Roman"/>
              </a:rPr>
              <a:t>[1] M. Reusens et al., “Evaluating recommendation and search in the labor market,” Knowledge-Based Systems, 2018.</a:t>
            </a:r>
          </a:p>
          <a:p xmlns:a="http://schemas.openxmlformats.org/drawingml/2006/main">
            <a:pPr marL="0" indent="0">
              <a:lnSpc>
                <a:spcPct val="100000"/>
              </a:lnSpc>
              <a:spcBef>
                <a:spcPct val="0"/>
              </a:spcBef>
              <a:spcAft>
                <a:spcPct val="0"/>
              </a:spcAft>
              <a:buNone/>
              <a:defRPr sz="1200"/>
            </a:pPr>
            <a:r>
              <a:rPr sz="1200">
                <a:latin typeface="Times New Roman"/>
                <a:ea typeface="Times New Roman"/>
                <a:cs typeface="Times New Roman"/>
              </a:rPr>
              <a:t>[2] E. Colombo et al., “Skills2Job,” Applied Soft Computing, 2021.</a:t>
            </a:r>
            <a:endParaRPr sz="2400" b="0" i="0" u="none" cap="none" baseline="0">
              <a:ln>
                <a:noFill/>
              </a:ln>
              <a:solidFill>
                <a:schemeClr val="tx1"/>
              </a:solidFill>
              <a:latin typeface="Times New Roman"/>
              <a:ea typeface="Times New Roman"/>
              <a:cs typeface="Times New Roman"/>
            </a:endParaRPr>
          </a:p>
          <a:p xmlns:a="http://schemas.openxmlformats.org/drawingml/2006/main">
            <a:pPr marL="0" indent="0">
              <a:lnSpc>
                <a:spcPct val="100000"/>
              </a:lnSpc>
              <a:spcBef>
                <a:spcPct val="0"/>
              </a:spcBef>
              <a:spcAft>
                <a:spcPct val="0"/>
              </a:spcAft>
              <a:buNone/>
              <a:defRPr sz="1200"/>
            </a:pPr>
            <a:r>
              <a:rPr sz="1200">
                <a:latin typeface="Times New Roman"/>
                <a:ea typeface="Times New Roman"/>
                <a:cs typeface="Times New Roman"/>
              </a:rPr>
              <a:t>[3] R. Kadam et al., “NLP-Based Resume Screening and Job Recruitment Portal,” Springer, 2022.</a:t>
            </a:r>
            <a:endParaRPr sz="2400" b="0" i="0" u="none" cap="none" baseline="0">
              <a:ln>
                <a:noFill/>
              </a:ln>
              <a:solidFill>
                <a:schemeClr val="tx1"/>
              </a:solidFill>
              <a:latin typeface="Times New Roman"/>
              <a:ea typeface="Times New Roman"/>
              <a:cs typeface="Times New Roman"/>
            </a:endParaRPr>
          </a:p>
          <a:p xmlns:a="http://schemas.openxmlformats.org/drawingml/2006/main">
            <a:pPr marL="0" indent="0">
              <a:lnSpc>
                <a:spcPct val="100000"/>
              </a:lnSpc>
              <a:spcBef>
                <a:spcPct val="0"/>
              </a:spcBef>
              <a:spcAft>
                <a:spcPct val="0"/>
              </a:spcAft>
              <a:buNone/>
              <a:defRPr sz="1200"/>
            </a:pPr>
            <a:r>
              <a:rPr sz="1200">
                <a:latin typeface="Times New Roman"/>
                <a:ea typeface="Times New Roman"/>
                <a:cs typeface="Times New Roman"/>
              </a:rPr>
              <a:t>[4] “CoBERT,” Engineering Applications of Artificial Intelligence, 2023.</a:t>
            </a:r>
            <a:endParaRPr sz="2400" b="0" i="0" u="none" cap="none" baseline="0">
              <a:ln>
                <a:noFill/>
              </a:ln>
              <a:solidFill>
                <a:schemeClr val="tx1"/>
              </a:solidFill>
              <a:latin typeface="Times New Roman"/>
              <a:ea typeface="Times New Roman"/>
              <a:cs typeface="Times New Roman"/>
            </a:endParaRPr>
          </a:p>
          <a:p xmlns:a="http://schemas.openxmlformats.org/drawingml/2006/main">
            <a:pPr marL="0" indent="0">
              <a:lnSpc>
                <a:spcPct val="100000"/>
              </a:lnSpc>
              <a:spcBef>
                <a:spcPct val="0"/>
              </a:spcBef>
              <a:spcAft>
                <a:spcPct val="0"/>
              </a:spcAft>
              <a:buNone/>
              <a:defRPr sz="1200"/>
            </a:pPr>
            <a:r>
              <a:rPr sz="1200">
                <a:latin typeface="Times New Roman"/>
                <a:ea typeface="Times New Roman"/>
                <a:cs typeface="Times New Roman"/>
              </a:rPr>
              <a:t>[5] “An Advanced Real-Time Job Recommendation System and Resume Analyser,” IEEE ICSSAS, 2023.</a:t>
            </a:r>
            <a:endParaRPr sz="2400" b="0" i="0" u="none" cap="none" baseline="0">
              <a:ln>
                <a:noFill/>
              </a:ln>
              <a:solidFill>
                <a:schemeClr val="tx1"/>
              </a:solidFill>
              <a:latin typeface="Times New Roman"/>
              <a:ea typeface="Times New Roman"/>
              <a:cs typeface="Times New Roman"/>
            </a:endParaRPr>
          </a:p>
          <a:p xmlns:a="http://schemas.openxmlformats.org/drawingml/2006/main">
            <a:pPr marL="0" indent="0">
              <a:lnSpc>
                <a:spcPct val="100000"/>
              </a:lnSpc>
              <a:spcBef>
                <a:spcPct val="0"/>
              </a:spcBef>
              <a:spcAft>
                <a:spcPct val="0"/>
              </a:spcAft>
              <a:buNone/>
              <a:defRPr sz="1200"/>
            </a:pPr>
            <a:r>
              <a:rPr sz="1200">
                <a:latin typeface="Times New Roman"/>
                <a:ea typeface="Times New Roman"/>
                <a:cs typeface="Times New Roman"/>
              </a:rPr>
              <a:t>[6] “JobEdKG,” Engineering Applications of Artificial Intelligence, 2024.</a:t>
            </a:r>
            <a:endParaRPr sz="2400" b="0" i="0" u="none" cap="none" baseline="0">
              <a:ln>
                <a:noFill/>
              </a:ln>
              <a:solidFill>
                <a:schemeClr val="tx1"/>
              </a:solidFill>
              <a:latin typeface="Times New Roman"/>
              <a:ea typeface="Times New Roman"/>
              <a:cs typeface="Times New Roman"/>
            </a:endParaRPr>
          </a:p>
          <a:p xmlns:a="http://schemas.openxmlformats.org/drawingml/2006/main">
            <a:pPr marL="0" indent="0">
              <a:lnSpc>
                <a:spcPct val="100000"/>
              </a:lnSpc>
              <a:spcBef>
                <a:spcPct val="0"/>
              </a:spcBef>
              <a:spcAft>
                <a:spcPct val="0"/>
              </a:spcAft>
              <a:buNone/>
              <a:defRPr sz="1200"/>
            </a:pPr>
            <a:r>
              <a:rPr sz="1200">
                <a:latin typeface="Times New Roman"/>
                <a:ea typeface="Times New Roman"/>
                <a:cs typeface="Times New Roman"/>
              </a:rPr>
              <a:t>[7] “CARIA,” IJICTE, 2024.</a:t>
            </a:r>
            <a:endParaRPr sz="2400" b="0" i="0" u="none" cap="none" baseline="0">
              <a:ln>
                <a:noFill/>
              </a:ln>
              <a:solidFill>
                <a:schemeClr val="tx1"/>
              </a:solidFill>
              <a:latin typeface="Times New Roman"/>
              <a:ea typeface="Times New Roman"/>
              <a:cs typeface="Times New Roman"/>
            </a:endParaRPr>
          </a:p>
          <a:p xmlns:a="http://schemas.openxmlformats.org/drawingml/2006/main">
            <a:pPr marL="0" indent="0">
              <a:lnSpc>
                <a:spcPct val="100000"/>
              </a:lnSpc>
              <a:spcBef>
                <a:spcPct val="0"/>
              </a:spcBef>
              <a:spcAft>
                <a:spcPct val="0"/>
              </a:spcAft>
              <a:buNone/>
              <a:defRPr sz="1200"/>
            </a:pPr>
            <a:r>
              <a:rPr sz="1200">
                <a:latin typeface="Times New Roman"/>
                <a:ea typeface="Times New Roman"/>
                <a:cs typeface="Times New Roman"/>
              </a:rPr>
              <a:t>Technical documentation: Spring Boot, React, PostgreSQL, Flyway, Google Gemini.</a:t>
            </a:r>
            <a:endParaRPr sz="2400" b="0" i="0" u="none" cap="none" baseline="0">
              <a:ln>
                <a:noFill/>
              </a:ln>
              <a:solidFill>
                <a:schemeClr val="tx1"/>
              </a:solidFill>
              <a:latin typeface="Times New Roman"/>
              <a:ea typeface="Times New Roman"/>
              <a:cs typeface="Times New Roman"/>
            </a:endParaRPr>
          </a:p>
        </p:txBody>
      </p:sp>
      <p:sp>
        <p:nvSpPr>
          <p:cNvPr id="5" name="Date Placeholder 4">
            <a:extLst xmlns:a="http://schemas.openxmlformats.org/drawingml/2006/main">
              <a:ext uri="{FF2B5EF4-FFF2-40B4-BE49-F238E27FC236}">
                <a16:creationId xmlns:a16="http://schemas.microsoft.com/office/drawing/2014/main" id="{B732D3DB-7149-E1E5-D5F9-4FC93A78889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5F59D98-8042-499D-6156-1CDDB99EBB49}" type="datetime1">
              <a:t>September 2026</a:t>
            </a:fld>
            <a:endParaRPr/>
          </a:p>
        </p:txBody>
      </p:sp>
      <p:sp>
        <p:nvSpPr>
          <p:cNvPr id="6" name="Footer Placeholder 5">
            <a:extLst xmlns:a="http://schemas.openxmlformats.org/drawingml/2006/main">
              <a:ext uri="{FF2B5EF4-FFF2-40B4-BE49-F238E27FC236}">
                <a16:creationId xmlns:a16="http://schemas.microsoft.com/office/drawing/2014/main" id="{CEBCABB1-7C63-52E3-2815-3651AE7E9F7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7" name="Slide Number Placeholder 6">
            <a:extLst xmlns:a="http://schemas.openxmlformats.org/drawingml/2006/main">
              <a:ext uri="{FF2B5EF4-FFF2-40B4-BE49-F238E27FC236}">
                <a16:creationId xmlns:a16="http://schemas.microsoft.com/office/drawing/2014/main" id="{E431EAEC-BCE3-2979-69C6-273309B9FFA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13</a:t>
            </a:fld>
            <a:endParaRPr/>
          </a:p>
        </p:txBody>
      </p:sp>
    </p:spTree>
    <p:extLst>
      <p:ext uri="{BB962C8B-B14F-4D97-AF65-F5344CB8AC3E}">
        <p14:creationId xmlns:p14="http://schemas.microsoft.com/office/powerpoint/2010/main" val="351052624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2026-09-01T16:07:46.8970000Z</dcterms:created>
  <dcterms:modified xsi:type="dcterms:W3CDTF">2026-09-01T16:07:46.8970000Z</dcterms:modified>
</coreProperties>
</file>